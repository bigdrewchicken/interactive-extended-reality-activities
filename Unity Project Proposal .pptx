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9" r:id="rId4"/>
    <p:sldId id="260" r:id="rId5"/>
    <p:sldId id="261" r:id="rId6"/>
    <p:sldId id="262" r:id="rId7"/>
    <p:sldId id="263" r:id="rId8"/>
    <p:sldId id="264" r:id="rId9"/>
    <p:sldId id="267" r:id="rId10"/>
    <p:sldId id="268" r:id="rId11"/>
    <p:sldId id="270" r:id="rId12"/>
    <p:sldId id="269" r:id="rId13"/>
    <p:sldId id="275" r:id="rId14"/>
    <p:sldId id="265" r:id="rId15"/>
    <p:sldId id="271" r:id="rId16"/>
    <p:sldId id="273" r:id="rId17"/>
    <p:sldId id="276" r:id="rId18"/>
    <p:sldId id="266" r:id="rId19"/>
    <p:sldId id="272" r:id="rId20"/>
    <p:sldId id="274" r:id="rId21"/>
    <p:sldId id="277" r:id="rId22"/>
    <p:sldId id="278" r:id="rId23"/>
    <p:sldId id="279" r:id="rId24"/>
  </p:sldIdLst>
  <p:sldSz cx="12192000" cy="6858000"/>
  <p:notesSz cx="6858000" cy="9144000"/>
  <p:embeddedFontLst>
    <p:embeddedFont>
      <p:font typeface="HelveticaNowDisplay Bold" panose="020B0804030202020204" pitchFamily="34" charset="0"/>
      <p:bold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4A4B6"/>
    <a:srgbClr val="F0F8FD"/>
    <a:srgbClr val="769EF8"/>
    <a:srgbClr val="0563A3"/>
    <a:srgbClr val="002BFF"/>
    <a:srgbClr val="000080"/>
    <a:srgbClr val="00B8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9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97139-F658-D370-389B-BD82261A46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81BC23E5-1EF2-9B14-910D-EF17744313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321A0413-9C60-F4A3-C41D-23DC08B62265}"/>
              </a:ext>
            </a:extLst>
          </p:cNvPr>
          <p:cNvSpPr>
            <a:spLocks noGrp="1"/>
          </p:cNvSpPr>
          <p:nvPr>
            <p:ph type="dt" sz="half" idx="10"/>
          </p:nvPr>
        </p:nvSpPr>
        <p:spPr/>
        <p:txBody>
          <a:bodyPr/>
          <a:lstStyle/>
          <a:p>
            <a:fld id="{4F1A9230-E70C-4E6F-86D7-DFE184E10080}" type="datetimeFigureOut">
              <a:rPr lang="en-PH" smtClean="0"/>
              <a:t>31/01/2026</a:t>
            </a:fld>
            <a:endParaRPr lang="en-PH"/>
          </a:p>
        </p:txBody>
      </p:sp>
      <p:sp>
        <p:nvSpPr>
          <p:cNvPr id="5" name="Footer Placeholder 4">
            <a:extLst>
              <a:ext uri="{FF2B5EF4-FFF2-40B4-BE49-F238E27FC236}">
                <a16:creationId xmlns:a16="http://schemas.microsoft.com/office/drawing/2014/main" id="{0B473784-9292-BD81-76C8-8B8F0013354F}"/>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367C7502-4A6B-C8F2-0E41-3CA3264C66A7}"/>
              </a:ext>
            </a:extLst>
          </p:cNvPr>
          <p:cNvSpPr>
            <a:spLocks noGrp="1"/>
          </p:cNvSpPr>
          <p:nvPr>
            <p:ph type="sldNum" sz="quarter" idx="12"/>
          </p:nvPr>
        </p:nvSpPr>
        <p:spPr/>
        <p:txBody>
          <a:bodyPr/>
          <a:lstStyle/>
          <a:p>
            <a:fld id="{38C7D840-3DD9-4DD1-8C14-A006AAC6AD88}" type="slidenum">
              <a:rPr lang="en-PH" smtClean="0"/>
              <a:t>‹#›</a:t>
            </a:fld>
            <a:endParaRPr lang="en-PH"/>
          </a:p>
        </p:txBody>
      </p:sp>
    </p:spTree>
    <p:extLst>
      <p:ext uri="{BB962C8B-B14F-4D97-AF65-F5344CB8AC3E}">
        <p14:creationId xmlns:p14="http://schemas.microsoft.com/office/powerpoint/2010/main" val="2489128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DFDA8-8967-E1E9-8AF9-6379AC6E299B}"/>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03B07AC8-0751-2D44-FB5C-083B388DA7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E0E3CE24-1AB5-8CC3-3377-B27BCED0885B}"/>
              </a:ext>
            </a:extLst>
          </p:cNvPr>
          <p:cNvSpPr>
            <a:spLocks noGrp="1"/>
          </p:cNvSpPr>
          <p:nvPr>
            <p:ph type="dt" sz="half" idx="10"/>
          </p:nvPr>
        </p:nvSpPr>
        <p:spPr/>
        <p:txBody>
          <a:bodyPr/>
          <a:lstStyle/>
          <a:p>
            <a:fld id="{4F1A9230-E70C-4E6F-86D7-DFE184E10080}" type="datetimeFigureOut">
              <a:rPr lang="en-PH" smtClean="0"/>
              <a:t>31/01/2026</a:t>
            </a:fld>
            <a:endParaRPr lang="en-PH"/>
          </a:p>
        </p:txBody>
      </p:sp>
      <p:sp>
        <p:nvSpPr>
          <p:cNvPr id="5" name="Footer Placeholder 4">
            <a:extLst>
              <a:ext uri="{FF2B5EF4-FFF2-40B4-BE49-F238E27FC236}">
                <a16:creationId xmlns:a16="http://schemas.microsoft.com/office/drawing/2014/main" id="{51CDB42F-227F-3349-0C50-3F230B74E3D8}"/>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5C404558-A61A-DB4E-A388-B30FC166A7BB}"/>
              </a:ext>
            </a:extLst>
          </p:cNvPr>
          <p:cNvSpPr>
            <a:spLocks noGrp="1"/>
          </p:cNvSpPr>
          <p:nvPr>
            <p:ph type="sldNum" sz="quarter" idx="12"/>
          </p:nvPr>
        </p:nvSpPr>
        <p:spPr/>
        <p:txBody>
          <a:bodyPr/>
          <a:lstStyle/>
          <a:p>
            <a:fld id="{38C7D840-3DD9-4DD1-8C14-A006AAC6AD88}" type="slidenum">
              <a:rPr lang="en-PH" smtClean="0"/>
              <a:t>‹#›</a:t>
            </a:fld>
            <a:endParaRPr lang="en-PH"/>
          </a:p>
        </p:txBody>
      </p:sp>
    </p:spTree>
    <p:extLst>
      <p:ext uri="{BB962C8B-B14F-4D97-AF65-F5344CB8AC3E}">
        <p14:creationId xmlns:p14="http://schemas.microsoft.com/office/powerpoint/2010/main" val="3136594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9576C-3340-A49E-C9DC-027AD15C74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2E91D806-2E3A-9F55-1239-FDF36A503A0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2A35B0-79B0-DF49-0EC8-742A30BF90E1}"/>
              </a:ext>
            </a:extLst>
          </p:cNvPr>
          <p:cNvSpPr>
            <a:spLocks noGrp="1"/>
          </p:cNvSpPr>
          <p:nvPr>
            <p:ph type="dt" sz="half" idx="10"/>
          </p:nvPr>
        </p:nvSpPr>
        <p:spPr/>
        <p:txBody>
          <a:bodyPr/>
          <a:lstStyle/>
          <a:p>
            <a:fld id="{4F1A9230-E70C-4E6F-86D7-DFE184E10080}" type="datetimeFigureOut">
              <a:rPr lang="en-PH" smtClean="0"/>
              <a:t>31/01/2026</a:t>
            </a:fld>
            <a:endParaRPr lang="en-PH"/>
          </a:p>
        </p:txBody>
      </p:sp>
      <p:sp>
        <p:nvSpPr>
          <p:cNvPr id="5" name="Footer Placeholder 4">
            <a:extLst>
              <a:ext uri="{FF2B5EF4-FFF2-40B4-BE49-F238E27FC236}">
                <a16:creationId xmlns:a16="http://schemas.microsoft.com/office/drawing/2014/main" id="{AC59ED7E-1226-7697-0C7E-5EB5EB3BBF0D}"/>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71E27C63-8A74-1971-1B98-F28FA5F79081}"/>
              </a:ext>
            </a:extLst>
          </p:cNvPr>
          <p:cNvSpPr>
            <a:spLocks noGrp="1"/>
          </p:cNvSpPr>
          <p:nvPr>
            <p:ph type="sldNum" sz="quarter" idx="12"/>
          </p:nvPr>
        </p:nvSpPr>
        <p:spPr/>
        <p:txBody>
          <a:bodyPr/>
          <a:lstStyle/>
          <a:p>
            <a:fld id="{38C7D840-3DD9-4DD1-8C14-A006AAC6AD88}" type="slidenum">
              <a:rPr lang="en-PH" smtClean="0"/>
              <a:t>‹#›</a:t>
            </a:fld>
            <a:endParaRPr lang="en-PH"/>
          </a:p>
        </p:txBody>
      </p:sp>
    </p:spTree>
    <p:extLst>
      <p:ext uri="{BB962C8B-B14F-4D97-AF65-F5344CB8AC3E}">
        <p14:creationId xmlns:p14="http://schemas.microsoft.com/office/powerpoint/2010/main" val="1635199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82AA0-8BA5-BAB2-3E94-447EB48B0FE5}"/>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6C42127C-CF45-45EC-53CA-01F056DF1B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250E36BC-7EEB-202E-6854-4734B8E2F9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39F0FCD8-10F8-2BA9-1D3C-C285718D1C34}"/>
              </a:ext>
            </a:extLst>
          </p:cNvPr>
          <p:cNvSpPr>
            <a:spLocks noGrp="1"/>
          </p:cNvSpPr>
          <p:nvPr>
            <p:ph type="dt" sz="half" idx="10"/>
          </p:nvPr>
        </p:nvSpPr>
        <p:spPr/>
        <p:txBody>
          <a:bodyPr/>
          <a:lstStyle/>
          <a:p>
            <a:fld id="{4F1A9230-E70C-4E6F-86D7-DFE184E10080}" type="datetimeFigureOut">
              <a:rPr lang="en-PH" smtClean="0"/>
              <a:t>31/01/2026</a:t>
            </a:fld>
            <a:endParaRPr lang="en-PH"/>
          </a:p>
        </p:txBody>
      </p:sp>
      <p:sp>
        <p:nvSpPr>
          <p:cNvPr id="6" name="Footer Placeholder 5">
            <a:extLst>
              <a:ext uri="{FF2B5EF4-FFF2-40B4-BE49-F238E27FC236}">
                <a16:creationId xmlns:a16="http://schemas.microsoft.com/office/drawing/2014/main" id="{2239F851-8EC8-A4C5-6D9F-3564ACC5C4CE}"/>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937FBA27-FC61-5680-5C7D-5841E355AC59}"/>
              </a:ext>
            </a:extLst>
          </p:cNvPr>
          <p:cNvSpPr>
            <a:spLocks noGrp="1"/>
          </p:cNvSpPr>
          <p:nvPr>
            <p:ph type="sldNum" sz="quarter" idx="12"/>
          </p:nvPr>
        </p:nvSpPr>
        <p:spPr/>
        <p:txBody>
          <a:bodyPr/>
          <a:lstStyle/>
          <a:p>
            <a:fld id="{38C7D840-3DD9-4DD1-8C14-A006AAC6AD88}" type="slidenum">
              <a:rPr lang="en-PH" smtClean="0"/>
              <a:t>‹#›</a:t>
            </a:fld>
            <a:endParaRPr lang="en-PH"/>
          </a:p>
        </p:txBody>
      </p:sp>
    </p:spTree>
    <p:extLst>
      <p:ext uri="{BB962C8B-B14F-4D97-AF65-F5344CB8AC3E}">
        <p14:creationId xmlns:p14="http://schemas.microsoft.com/office/powerpoint/2010/main" val="3511250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51AE8-AB44-1361-F8EA-96E602017AC2}"/>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C7C064CA-ABEE-D1B1-6E2E-CECB55D9C1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64D9BC-3E2C-FB7A-F322-BD9C56682C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BFDDC347-2087-0BB0-67E1-C589A246B5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CAA9E0-AAAF-59F0-8D56-44D6EFF868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CD0871AD-32F5-2F7E-B76C-244D5B1CEAB3}"/>
              </a:ext>
            </a:extLst>
          </p:cNvPr>
          <p:cNvSpPr>
            <a:spLocks noGrp="1"/>
          </p:cNvSpPr>
          <p:nvPr>
            <p:ph type="dt" sz="half" idx="10"/>
          </p:nvPr>
        </p:nvSpPr>
        <p:spPr/>
        <p:txBody>
          <a:bodyPr/>
          <a:lstStyle/>
          <a:p>
            <a:fld id="{4F1A9230-E70C-4E6F-86D7-DFE184E10080}" type="datetimeFigureOut">
              <a:rPr lang="en-PH" smtClean="0"/>
              <a:t>31/01/2026</a:t>
            </a:fld>
            <a:endParaRPr lang="en-PH"/>
          </a:p>
        </p:txBody>
      </p:sp>
      <p:sp>
        <p:nvSpPr>
          <p:cNvPr id="8" name="Footer Placeholder 7">
            <a:extLst>
              <a:ext uri="{FF2B5EF4-FFF2-40B4-BE49-F238E27FC236}">
                <a16:creationId xmlns:a16="http://schemas.microsoft.com/office/drawing/2014/main" id="{2D4EA85E-2E86-D14D-E308-6B6D9065BD71}"/>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C2445C2D-71A4-1C1D-C538-9A4DA756155E}"/>
              </a:ext>
            </a:extLst>
          </p:cNvPr>
          <p:cNvSpPr>
            <a:spLocks noGrp="1"/>
          </p:cNvSpPr>
          <p:nvPr>
            <p:ph type="sldNum" sz="quarter" idx="12"/>
          </p:nvPr>
        </p:nvSpPr>
        <p:spPr/>
        <p:txBody>
          <a:bodyPr/>
          <a:lstStyle/>
          <a:p>
            <a:fld id="{38C7D840-3DD9-4DD1-8C14-A006AAC6AD88}" type="slidenum">
              <a:rPr lang="en-PH" smtClean="0"/>
              <a:t>‹#›</a:t>
            </a:fld>
            <a:endParaRPr lang="en-PH"/>
          </a:p>
        </p:txBody>
      </p:sp>
    </p:spTree>
    <p:extLst>
      <p:ext uri="{BB962C8B-B14F-4D97-AF65-F5344CB8AC3E}">
        <p14:creationId xmlns:p14="http://schemas.microsoft.com/office/powerpoint/2010/main" val="2291541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F2F6B-8D7D-2A87-8B00-D0BEFFBB954B}"/>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5A41E431-9204-F2DF-42A8-E466F8D13187}"/>
              </a:ext>
            </a:extLst>
          </p:cNvPr>
          <p:cNvSpPr>
            <a:spLocks noGrp="1"/>
          </p:cNvSpPr>
          <p:nvPr>
            <p:ph type="dt" sz="half" idx="10"/>
          </p:nvPr>
        </p:nvSpPr>
        <p:spPr/>
        <p:txBody>
          <a:bodyPr/>
          <a:lstStyle/>
          <a:p>
            <a:fld id="{4F1A9230-E70C-4E6F-86D7-DFE184E10080}" type="datetimeFigureOut">
              <a:rPr lang="en-PH" smtClean="0"/>
              <a:t>31/01/2026</a:t>
            </a:fld>
            <a:endParaRPr lang="en-PH"/>
          </a:p>
        </p:txBody>
      </p:sp>
      <p:sp>
        <p:nvSpPr>
          <p:cNvPr id="4" name="Footer Placeholder 3">
            <a:extLst>
              <a:ext uri="{FF2B5EF4-FFF2-40B4-BE49-F238E27FC236}">
                <a16:creationId xmlns:a16="http://schemas.microsoft.com/office/drawing/2014/main" id="{723ACB99-0B46-329A-62EB-43CA961DB858}"/>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3B0FDF45-0E97-3EF6-AE00-1669CE43E316}"/>
              </a:ext>
            </a:extLst>
          </p:cNvPr>
          <p:cNvSpPr>
            <a:spLocks noGrp="1"/>
          </p:cNvSpPr>
          <p:nvPr>
            <p:ph type="sldNum" sz="quarter" idx="12"/>
          </p:nvPr>
        </p:nvSpPr>
        <p:spPr/>
        <p:txBody>
          <a:bodyPr/>
          <a:lstStyle/>
          <a:p>
            <a:fld id="{38C7D840-3DD9-4DD1-8C14-A006AAC6AD88}" type="slidenum">
              <a:rPr lang="en-PH" smtClean="0"/>
              <a:t>‹#›</a:t>
            </a:fld>
            <a:endParaRPr lang="en-PH"/>
          </a:p>
        </p:txBody>
      </p:sp>
    </p:spTree>
    <p:extLst>
      <p:ext uri="{BB962C8B-B14F-4D97-AF65-F5344CB8AC3E}">
        <p14:creationId xmlns:p14="http://schemas.microsoft.com/office/powerpoint/2010/main" val="2289874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C4E4E1-6F71-3BD2-EA7C-6149B3DFB2B9}"/>
              </a:ext>
            </a:extLst>
          </p:cNvPr>
          <p:cNvSpPr>
            <a:spLocks noGrp="1"/>
          </p:cNvSpPr>
          <p:nvPr>
            <p:ph type="dt" sz="half" idx="10"/>
          </p:nvPr>
        </p:nvSpPr>
        <p:spPr/>
        <p:txBody>
          <a:bodyPr/>
          <a:lstStyle/>
          <a:p>
            <a:fld id="{4F1A9230-E70C-4E6F-86D7-DFE184E10080}" type="datetimeFigureOut">
              <a:rPr lang="en-PH" smtClean="0"/>
              <a:t>31/01/2026</a:t>
            </a:fld>
            <a:endParaRPr lang="en-PH"/>
          </a:p>
        </p:txBody>
      </p:sp>
      <p:sp>
        <p:nvSpPr>
          <p:cNvPr id="3" name="Footer Placeholder 2">
            <a:extLst>
              <a:ext uri="{FF2B5EF4-FFF2-40B4-BE49-F238E27FC236}">
                <a16:creationId xmlns:a16="http://schemas.microsoft.com/office/drawing/2014/main" id="{58D77397-5D1C-AE29-B012-B78A91659792}"/>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A37FC575-5C5D-3D57-23A6-E8C9E05430F6}"/>
              </a:ext>
            </a:extLst>
          </p:cNvPr>
          <p:cNvSpPr>
            <a:spLocks noGrp="1"/>
          </p:cNvSpPr>
          <p:nvPr>
            <p:ph type="sldNum" sz="quarter" idx="12"/>
          </p:nvPr>
        </p:nvSpPr>
        <p:spPr/>
        <p:txBody>
          <a:bodyPr/>
          <a:lstStyle/>
          <a:p>
            <a:fld id="{38C7D840-3DD9-4DD1-8C14-A006AAC6AD88}" type="slidenum">
              <a:rPr lang="en-PH" smtClean="0"/>
              <a:t>‹#›</a:t>
            </a:fld>
            <a:endParaRPr lang="en-PH"/>
          </a:p>
        </p:txBody>
      </p:sp>
    </p:spTree>
    <p:extLst>
      <p:ext uri="{BB962C8B-B14F-4D97-AF65-F5344CB8AC3E}">
        <p14:creationId xmlns:p14="http://schemas.microsoft.com/office/powerpoint/2010/main" val="561602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FE395-04C8-CDDE-86D4-18D7713B42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2FC92967-6798-A895-33CE-F6E7D52072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3215023C-81C8-14B1-E44A-52BF6BD589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1D3287-0091-E7FD-6F88-19D61528EFC9}"/>
              </a:ext>
            </a:extLst>
          </p:cNvPr>
          <p:cNvSpPr>
            <a:spLocks noGrp="1"/>
          </p:cNvSpPr>
          <p:nvPr>
            <p:ph type="dt" sz="half" idx="10"/>
          </p:nvPr>
        </p:nvSpPr>
        <p:spPr/>
        <p:txBody>
          <a:bodyPr/>
          <a:lstStyle/>
          <a:p>
            <a:fld id="{4F1A9230-E70C-4E6F-86D7-DFE184E10080}" type="datetimeFigureOut">
              <a:rPr lang="en-PH" smtClean="0"/>
              <a:t>31/01/2026</a:t>
            </a:fld>
            <a:endParaRPr lang="en-PH"/>
          </a:p>
        </p:txBody>
      </p:sp>
      <p:sp>
        <p:nvSpPr>
          <p:cNvPr id="6" name="Footer Placeholder 5">
            <a:extLst>
              <a:ext uri="{FF2B5EF4-FFF2-40B4-BE49-F238E27FC236}">
                <a16:creationId xmlns:a16="http://schemas.microsoft.com/office/drawing/2014/main" id="{1AB15EC3-C358-7B39-58D8-A8964621905B}"/>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B879CB28-E8EE-7055-3D99-698D540BBDB2}"/>
              </a:ext>
            </a:extLst>
          </p:cNvPr>
          <p:cNvSpPr>
            <a:spLocks noGrp="1"/>
          </p:cNvSpPr>
          <p:nvPr>
            <p:ph type="sldNum" sz="quarter" idx="12"/>
          </p:nvPr>
        </p:nvSpPr>
        <p:spPr/>
        <p:txBody>
          <a:bodyPr/>
          <a:lstStyle/>
          <a:p>
            <a:fld id="{38C7D840-3DD9-4DD1-8C14-A006AAC6AD88}" type="slidenum">
              <a:rPr lang="en-PH" smtClean="0"/>
              <a:t>‹#›</a:t>
            </a:fld>
            <a:endParaRPr lang="en-PH"/>
          </a:p>
        </p:txBody>
      </p:sp>
    </p:spTree>
    <p:extLst>
      <p:ext uri="{BB962C8B-B14F-4D97-AF65-F5344CB8AC3E}">
        <p14:creationId xmlns:p14="http://schemas.microsoft.com/office/powerpoint/2010/main" val="1258256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759B2-019F-6943-1478-1075599CFF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869A5AEF-1E80-3C8D-25E4-405F7BD22C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B68D2F21-8CEB-AAF5-4C61-C5DAAFC3EC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F56837-DA21-7964-EB70-63C807BB0E54}"/>
              </a:ext>
            </a:extLst>
          </p:cNvPr>
          <p:cNvSpPr>
            <a:spLocks noGrp="1"/>
          </p:cNvSpPr>
          <p:nvPr>
            <p:ph type="dt" sz="half" idx="10"/>
          </p:nvPr>
        </p:nvSpPr>
        <p:spPr/>
        <p:txBody>
          <a:bodyPr/>
          <a:lstStyle/>
          <a:p>
            <a:fld id="{4F1A9230-E70C-4E6F-86D7-DFE184E10080}" type="datetimeFigureOut">
              <a:rPr lang="en-PH" smtClean="0"/>
              <a:t>31/01/2026</a:t>
            </a:fld>
            <a:endParaRPr lang="en-PH"/>
          </a:p>
        </p:txBody>
      </p:sp>
      <p:sp>
        <p:nvSpPr>
          <p:cNvPr id="6" name="Footer Placeholder 5">
            <a:extLst>
              <a:ext uri="{FF2B5EF4-FFF2-40B4-BE49-F238E27FC236}">
                <a16:creationId xmlns:a16="http://schemas.microsoft.com/office/drawing/2014/main" id="{0FF545D4-C591-76E5-938B-C47E6907A49F}"/>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A3A79F15-1AD1-4FD3-8FF1-16438D958B00}"/>
              </a:ext>
            </a:extLst>
          </p:cNvPr>
          <p:cNvSpPr>
            <a:spLocks noGrp="1"/>
          </p:cNvSpPr>
          <p:nvPr>
            <p:ph type="sldNum" sz="quarter" idx="12"/>
          </p:nvPr>
        </p:nvSpPr>
        <p:spPr/>
        <p:txBody>
          <a:bodyPr/>
          <a:lstStyle/>
          <a:p>
            <a:fld id="{38C7D840-3DD9-4DD1-8C14-A006AAC6AD88}" type="slidenum">
              <a:rPr lang="en-PH" smtClean="0"/>
              <a:t>‹#›</a:t>
            </a:fld>
            <a:endParaRPr lang="en-PH"/>
          </a:p>
        </p:txBody>
      </p:sp>
    </p:spTree>
    <p:extLst>
      <p:ext uri="{BB962C8B-B14F-4D97-AF65-F5344CB8AC3E}">
        <p14:creationId xmlns:p14="http://schemas.microsoft.com/office/powerpoint/2010/main" val="791710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EAFE1-F5DF-BA73-4AF9-EC5BA0D51AD8}"/>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28BA0A22-EC85-89F4-8C2F-2F7F25CA69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2C45AB67-1FEC-5D6D-E45F-52AE42C85667}"/>
              </a:ext>
            </a:extLst>
          </p:cNvPr>
          <p:cNvSpPr>
            <a:spLocks noGrp="1"/>
          </p:cNvSpPr>
          <p:nvPr>
            <p:ph type="dt" sz="half" idx="10"/>
          </p:nvPr>
        </p:nvSpPr>
        <p:spPr/>
        <p:txBody>
          <a:bodyPr/>
          <a:lstStyle/>
          <a:p>
            <a:fld id="{4F1A9230-E70C-4E6F-86D7-DFE184E10080}" type="datetimeFigureOut">
              <a:rPr lang="en-PH" smtClean="0"/>
              <a:t>31/01/2026</a:t>
            </a:fld>
            <a:endParaRPr lang="en-PH"/>
          </a:p>
        </p:txBody>
      </p:sp>
      <p:sp>
        <p:nvSpPr>
          <p:cNvPr id="5" name="Footer Placeholder 4">
            <a:extLst>
              <a:ext uri="{FF2B5EF4-FFF2-40B4-BE49-F238E27FC236}">
                <a16:creationId xmlns:a16="http://schemas.microsoft.com/office/drawing/2014/main" id="{C2AE0C24-E40C-5D44-3234-37B33550298E}"/>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D8949ED6-24AC-A79C-19AB-698F8A33195D}"/>
              </a:ext>
            </a:extLst>
          </p:cNvPr>
          <p:cNvSpPr>
            <a:spLocks noGrp="1"/>
          </p:cNvSpPr>
          <p:nvPr>
            <p:ph type="sldNum" sz="quarter" idx="12"/>
          </p:nvPr>
        </p:nvSpPr>
        <p:spPr/>
        <p:txBody>
          <a:bodyPr/>
          <a:lstStyle/>
          <a:p>
            <a:fld id="{38C7D840-3DD9-4DD1-8C14-A006AAC6AD88}" type="slidenum">
              <a:rPr lang="en-PH" smtClean="0"/>
              <a:t>‹#›</a:t>
            </a:fld>
            <a:endParaRPr lang="en-PH"/>
          </a:p>
        </p:txBody>
      </p:sp>
    </p:spTree>
    <p:extLst>
      <p:ext uri="{BB962C8B-B14F-4D97-AF65-F5344CB8AC3E}">
        <p14:creationId xmlns:p14="http://schemas.microsoft.com/office/powerpoint/2010/main" val="310483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3A1786-58F9-AF10-F4F7-7472144FEF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9663177A-B016-F95A-1334-C18C916786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4C7A9C88-ADE7-C9DD-8C3B-328789EE6082}"/>
              </a:ext>
            </a:extLst>
          </p:cNvPr>
          <p:cNvSpPr>
            <a:spLocks noGrp="1"/>
          </p:cNvSpPr>
          <p:nvPr>
            <p:ph type="dt" sz="half" idx="10"/>
          </p:nvPr>
        </p:nvSpPr>
        <p:spPr/>
        <p:txBody>
          <a:bodyPr/>
          <a:lstStyle/>
          <a:p>
            <a:fld id="{4F1A9230-E70C-4E6F-86D7-DFE184E10080}" type="datetimeFigureOut">
              <a:rPr lang="en-PH" smtClean="0"/>
              <a:t>31/01/2026</a:t>
            </a:fld>
            <a:endParaRPr lang="en-PH"/>
          </a:p>
        </p:txBody>
      </p:sp>
      <p:sp>
        <p:nvSpPr>
          <p:cNvPr id="5" name="Footer Placeholder 4">
            <a:extLst>
              <a:ext uri="{FF2B5EF4-FFF2-40B4-BE49-F238E27FC236}">
                <a16:creationId xmlns:a16="http://schemas.microsoft.com/office/drawing/2014/main" id="{F406C0F4-A842-E9DF-4AFC-6A29EB264C1C}"/>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87EDB432-3B40-0158-6A5D-1F43C1731C06}"/>
              </a:ext>
            </a:extLst>
          </p:cNvPr>
          <p:cNvSpPr>
            <a:spLocks noGrp="1"/>
          </p:cNvSpPr>
          <p:nvPr>
            <p:ph type="sldNum" sz="quarter" idx="12"/>
          </p:nvPr>
        </p:nvSpPr>
        <p:spPr/>
        <p:txBody>
          <a:bodyPr/>
          <a:lstStyle/>
          <a:p>
            <a:fld id="{38C7D840-3DD9-4DD1-8C14-A006AAC6AD88}" type="slidenum">
              <a:rPr lang="en-PH" smtClean="0"/>
              <a:t>‹#›</a:t>
            </a:fld>
            <a:endParaRPr lang="en-PH"/>
          </a:p>
        </p:txBody>
      </p:sp>
    </p:spTree>
    <p:extLst>
      <p:ext uri="{BB962C8B-B14F-4D97-AF65-F5344CB8AC3E}">
        <p14:creationId xmlns:p14="http://schemas.microsoft.com/office/powerpoint/2010/main" val="3446373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889E91-32EE-4480-83FE-733F2E5A13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B7699604-9840-FBCE-A933-17DD2794FD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54F016E2-E717-EFBB-1677-66FCE7A488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F1A9230-E70C-4E6F-86D7-DFE184E10080}" type="datetimeFigureOut">
              <a:rPr lang="en-PH" smtClean="0"/>
              <a:t>31/01/2026</a:t>
            </a:fld>
            <a:endParaRPr lang="en-PH"/>
          </a:p>
        </p:txBody>
      </p:sp>
      <p:sp>
        <p:nvSpPr>
          <p:cNvPr id="5" name="Footer Placeholder 4">
            <a:extLst>
              <a:ext uri="{FF2B5EF4-FFF2-40B4-BE49-F238E27FC236}">
                <a16:creationId xmlns:a16="http://schemas.microsoft.com/office/drawing/2014/main" id="{7E3DD8B4-AB42-FE5E-94CD-CCCB12A44F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H"/>
          </a:p>
        </p:txBody>
      </p:sp>
      <p:sp>
        <p:nvSpPr>
          <p:cNvPr id="6" name="Slide Number Placeholder 5">
            <a:extLst>
              <a:ext uri="{FF2B5EF4-FFF2-40B4-BE49-F238E27FC236}">
                <a16:creationId xmlns:a16="http://schemas.microsoft.com/office/drawing/2014/main" id="{978515CB-822B-9E24-62AF-E6EE5375F2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8C7D840-3DD9-4DD1-8C14-A006AAC6AD88}" type="slidenum">
              <a:rPr lang="en-PH" smtClean="0"/>
              <a:t>‹#›</a:t>
            </a:fld>
            <a:endParaRPr lang="en-PH"/>
          </a:p>
        </p:txBody>
      </p:sp>
    </p:spTree>
    <p:extLst>
      <p:ext uri="{BB962C8B-B14F-4D97-AF65-F5344CB8AC3E}">
        <p14:creationId xmlns:p14="http://schemas.microsoft.com/office/powerpoint/2010/main" val="19214205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8.png"/><Relationship Id="rId5" Type="http://schemas.microsoft.com/office/2007/relationships/hdphoto" Target="../media/hdphoto1.wdp"/><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0.png"/><Relationship Id="rId7" Type="http://schemas.microsoft.com/office/2007/relationships/hdphoto" Target="../media/hdphoto2.wdp"/><Relationship Id="rId2" Type="http://schemas.openxmlformats.org/officeDocument/2006/relationships/image" Target="../media/image9.jpeg"/><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5.png"/><Relationship Id="rId5" Type="http://schemas.openxmlformats.org/officeDocument/2006/relationships/image" Target="../media/image3.png"/><Relationship Id="rId10" Type="http://schemas.openxmlformats.org/officeDocument/2006/relationships/image" Target="../media/image14.png"/><Relationship Id="rId4" Type="http://schemas.openxmlformats.org/officeDocument/2006/relationships/image" Target="../media/image11.png"/><Relationship Id="rId9" Type="http://schemas.microsoft.com/office/2007/relationships/hdphoto" Target="../media/hdphoto3.wdp"/></Relationships>
</file>

<file path=ppt/slides/_rels/slide8.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17.png"/><Relationship Id="rId3" Type="http://schemas.microsoft.com/office/2007/relationships/hdphoto" Target="../media/hdphoto4.wdp"/><Relationship Id="rId7" Type="http://schemas.openxmlformats.org/officeDocument/2006/relationships/image" Target="../media/image12.png"/><Relationship Id="rId12"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14.png"/><Relationship Id="rId5" Type="http://schemas.openxmlformats.org/officeDocument/2006/relationships/image" Target="../media/image11.png"/><Relationship Id="rId10" Type="http://schemas.microsoft.com/office/2007/relationships/hdphoto" Target="../media/hdphoto3.wdp"/><Relationship Id="rId4" Type="http://schemas.openxmlformats.org/officeDocument/2006/relationships/image" Target="../media/image10.png"/><Relationship Id="rId9" Type="http://schemas.openxmlformats.org/officeDocument/2006/relationships/image" Target="../media/image13.png"/></Relationships>
</file>

<file path=ppt/slides/_rels/slide9.xml.rels><?xml version="1.0" encoding="UTF-8" standalone="yes"?>
<Relationships xmlns="http://schemas.openxmlformats.org/package/2006/relationships"><Relationship Id="rId8" Type="http://schemas.microsoft.com/office/2007/relationships/hdphoto" Target="../media/hdphoto3.wdp"/><Relationship Id="rId3" Type="http://schemas.microsoft.com/office/2007/relationships/hdphoto" Target="../media/hdphoto4.wdp"/><Relationship Id="rId7"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microsoft.com/office/2007/relationships/hdphoto" Target="../media/hdphoto3.wdp"/><Relationship Id="rId3" Type="http://schemas.microsoft.com/office/2007/relationships/hdphoto" Target="../media/hdphoto4.wdp"/><Relationship Id="rId7"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slideLayout" Target="../slideLayouts/slideLayout1.xml"/><Relationship Id="rId6" Type="http://schemas.microsoft.com/office/2007/relationships/hdphoto" Target="../media/hdphoto2.wdp"/><Relationship Id="rId11" Type="http://schemas.openxmlformats.org/officeDocument/2006/relationships/image" Target="../media/image19.png"/><Relationship Id="rId5" Type="http://schemas.openxmlformats.org/officeDocument/2006/relationships/image" Target="../media/image12.png"/><Relationship Id="rId10"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microsoft.com/office/2007/relationships/hdphoto" Target="../media/hdphoto3.wdp"/><Relationship Id="rId3" Type="http://schemas.microsoft.com/office/2007/relationships/hdphoto" Target="../media/hdphoto4.wdp"/><Relationship Id="rId7" Type="http://schemas.openxmlformats.org/officeDocument/2006/relationships/image" Target="../media/image13.png"/><Relationship Id="rId12"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Layout" Target="../slideLayouts/slideLayout1.xml"/><Relationship Id="rId6" Type="http://schemas.microsoft.com/office/2007/relationships/hdphoto" Target="../media/hdphoto2.wdp"/><Relationship Id="rId11" Type="http://schemas.openxmlformats.org/officeDocument/2006/relationships/image" Target="../media/image19.png"/><Relationship Id="rId5" Type="http://schemas.openxmlformats.org/officeDocument/2006/relationships/image" Target="../media/image12.png"/><Relationship Id="rId10"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17.png"/></Relationships>
</file>

<file path=ppt/slides/_rels/slide12.xml.rels><?xml version="1.0" encoding="UTF-8" standalone="yes"?>
<Relationships xmlns="http://schemas.openxmlformats.org/package/2006/relationships"><Relationship Id="rId8" Type="http://schemas.microsoft.com/office/2007/relationships/hdphoto" Target="../media/hdphoto3.wdp"/><Relationship Id="rId3" Type="http://schemas.microsoft.com/office/2007/relationships/hdphoto" Target="../media/hdphoto4.wdp"/><Relationship Id="rId7"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slideLayout" Target="../slideLayouts/slideLayout1.xml"/><Relationship Id="rId6" Type="http://schemas.microsoft.com/office/2007/relationships/hdphoto" Target="../media/hdphoto2.wdp"/><Relationship Id="rId11" Type="http://schemas.openxmlformats.org/officeDocument/2006/relationships/image" Target="../media/image20.png"/><Relationship Id="rId5" Type="http://schemas.openxmlformats.org/officeDocument/2006/relationships/image" Target="../media/image12.png"/><Relationship Id="rId10" Type="http://schemas.openxmlformats.org/officeDocument/2006/relationships/image" Target="../media/image19.png"/><Relationship Id="rId4" Type="http://schemas.openxmlformats.org/officeDocument/2006/relationships/image" Target="../media/image3.png"/><Relationship Id="rId9" Type="http://schemas.openxmlformats.org/officeDocument/2006/relationships/image" Target="../media/image17.png"/></Relationships>
</file>

<file path=ppt/slides/_rels/slide13.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17.png"/><Relationship Id="rId3" Type="http://schemas.microsoft.com/office/2007/relationships/hdphoto" Target="../media/hdphoto4.wdp"/><Relationship Id="rId7" Type="http://schemas.openxmlformats.org/officeDocument/2006/relationships/image" Target="../media/image12.png"/><Relationship Id="rId12"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14.png"/><Relationship Id="rId5" Type="http://schemas.openxmlformats.org/officeDocument/2006/relationships/image" Target="../media/image11.png"/><Relationship Id="rId10" Type="http://schemas.microsoft.com/office/2007/relationships/hdphoto" Target="../media/hdphoto3.wdp"/><Relationship Id="rId4" Type="http://schemas.openxmlformats.org/officeDocument/2006/relationships/image" Target="../media/image10.png"/><Relationship Id="rId9"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image" Target="../media/image13.png"/><Relationship Id="rId3" Type="http://schemas.microsoft.com/office/2007/relationships/hdphoto" Target="../media/hdphoto5.wdp"/><Relationship Id="rId7" Type="http://schemas.microsoft.com/office/2007/relationships/hdphoto" Target="../media/hdphoto2.wdp"/><Relationship Id="rId12" Type="http://schemas.openxmlformats.org/officeDocument/2006/relationships/image" Target="../media/image17.png"/><Relationship Id="rId2"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5.png"/><Relationship Id="rId5" Type="http://schemas.openxmlformats.org/officeDocument/2006/relationships/image" Target="../media/image3.png"/><Relationship Id="rId10" Type="http://schemas.openxmlformats.org/officeDocument/2006/relationships/image" Target="../media/image14.png"/><Relationship Id="rId4" Type="http://schemas.openxmlformats.org/officeDocument/2006/relationships/image" Target="../media/image10.png"/><Relationship Id="rId9" Type="http://schemas.microsoft.com/office/2007/relationships/hdphoto" Target="../media/hdphoto3.wdp"/></Relationships>
</file>

<file path=ppt/slides/_rels/slide15.xml.rels><?xml version="1.0" encoding="UTF-8" standalone="yes"?>
<Relationships xmlns="http://schemas.openxmlformats.org/package/2006/relationships"><Relationship Id="rId8" Type="http://schemas.microsoft.com/office/2007/relationships/hdphoto" Target="../media/hdphoto3.wdp"/><Relationship Id="rId3" Type="http://schemas.microsoft.com/office/2007/relationships/hdphoto" Target="../media/hdphoto5.wdp"/><Relationship Id="rId7" Type="http://schemas.openxmlformats.org/officeDocument/2006/relationships/image" Target="../media/image13.png"/><Relationship Id="rId2" Type="http://schemas.openxmlformats.org/officeDocument/2006/relationships/image" Target="../media/image21.png"/><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17.png"/></Relationships>
</file>

<file path=ppt/slides/_rels/slide16.xml.rels><?xml version="1.0" encoding="UTF-8" standalone="yes"?>
<Relationships xmlns="http://schemas.openxmlformats.org/package/2006/relationships"><Relationship Id="rId8" Type="http://schemas.microsoft.com/office/2007/relationships/hdphoto" Target="../media/hdphoto3.wdp"/><Relationship Id="rId3" Type="http://schemas.microsoft.com/office/2007/relationships/hdphoto" Target="../media/hdphoto5.wdp"/><Relationship Id="rId7" Type="http://schemas.openxmlformats.org/officeDocument/2006/relationships/image" Target="../media/image13.png"/><Relationship Id="rId2" Type="http://schemas.openxmlformats.org/officeDocument/2006/relationships/image" Target="../media/image21.png"/><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12.png"/><Relationship Id="rId10" Type="http://schemas.openxmlformats.org/officeDocument/2006/relationships/image" Target="../media/image22.png"/><Relationship Id="rId4" Type="http://schemas.openxmlformats.org/officeDocument/2006/relationships/image" Target="../media/image3.png"/><Relationship Id="rId9" Type="http://schemas.openxmlformats.org/officeDocument/2006/relationships/image" Target="../media/image17.png"/></Relationships>
</file>

<file path=ppt/slides/_rels/slide17.xml.rels><?xml version="1.0" encoding="UTF-8" standalone="yes"?>
<Relationships xmlns="http://schemas.openxmlformats.org/package/2006/relationships"><Relationship Id="rId8" Type="http://schemas.openxmlformats.org/officeDocument/2006/relationships/image" Target="../media/image13.png"/><Relationship Id="rId3" Type="http://schemas.microsoft.com/office/2007/relationships/hdphoto" Target="../media/hdphoto5.wdp"/><Relationship Id="rId7" Type="http://schemas.microsoft.com/office/2007/relationships/hdphoto" Target="../media/hdphoto2.wdp"/><Relationship Id="rId12" Type="http://schemas.openxmlformats.org/officeDocument/2006/relationships/image" Target="../media/image17.png"/><Relationship Id="rId2"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5.png"/><Relationship Id="rId5" Type="http://schemas.openxmlformats.org/officeDocument/2006/relationships/image" Target="../media/image3.png"/><Relationship Id="rId10" Type="http://schemas.openxmlformats.org/officeDocument/2006/relationships/image" Target="../media/image14.png"/><Relationship Id="rId4" Type="http://schemas.openxmlformats.org/officeDocument/2006/relationships/image" Target="../media/image10.png"/><Relationship Id="rId9" Type="http://schemas.microsoft.com/office/2007/relationships/hdphoto" Target="../media/hdphoto3.wdp"/></Relationships>
</file>

<file path=ppt/slides/_rels/slide18.xml.rels><?xml version="1.0" encoding="UTF-8" standalone="yes"?>
<Relationships xmlns="http://schemas.openxmlformats.org/package/2006/relationships"><Relationship Id="rId8" Type="http://schemas.microsoft.com/office/2007/relationships/hdphoto" Target="../media/hdphoto3.wdp"/><Relationship Id="rId3" Type="http://schemas.microsoft.com/office/2007/relationships/hdphoto" Target="../media/hdphoto6.wdp"/><Relationship Id="rId7" Type="http://schemas.openxmlformats.org/officeDocument/2006/relationships/image" Target="../media/image13.png"/><Relationship Id="rId2" Type="http://schemas.openxmlformats.org/officeDocument/2006/relationships/image" Target="../media/image23.png"/><Relationship Id="rId1" Type="http://schemas.openxmlformats.org/officeDocument/2006/relationships/slideLayout" Target="../slideLayouts/slideLayout1.xml"/><Relationship Id="rId6" Type="http://schemas.microsoft.com/office/2007/relationships/hdphoto" Target="../media/hdphoto2.wdp"/><Relationship Id="rId11" Type="http://schemas.openxmlformats.org/officeDocument/2006/relationships/image" Target="../media/image17.png"/><Relationship Id="rId5" Type="http://schemas.openxmlformats.org/officeDocument/2006/relationships/image" Target="../media/image12.png"/><Relationship Id="rId10"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14.png"/></Relationships>
</file>

<file path=ppt/slides/_rels/slide19.xml.rels><?xml version="1.0" encoding="UTF-8" standalone="yes"?>
<Relationships xmlns="http://schemas.openxmlformats.org/package/2006/relationships"><Relationship Id="rId8" Type="http://schemas.microsoft.com/office/2007/relationships/hdphoto" Target="../media/hdphoto3.wdp"/><Relationship Id="rId3" Type="http://schemas.microsoft.com/office/2007/relationships/hdphoto" Target="../media/hdphoto6.wdp"/><Relationship Id="rId7" Type="http://schemas.openxmlformats.org/officeDocument/2006/relationships/image" Target="../media/image13.png"/><Relationship Id="rId2" Type="http://schemas.openxmlformats.org/officeDocument/2006/relationships/image" Target="../media/image23.png"/><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17.png"/></Relationships>
</file>

<file path=ppt/slides/_rels/slide20.xml.rels><?xml version="1.0" encoding="UTF-8" standalone="yes"?>
<Relationships xmlns="http://schemas.openxmlformats.org/package/2006/relationships"><Relationship Id="rId8" Type="http://schemas.microsoft.com/office/2007/relationships/hdphoto" Target="../media/hdphoto3.wdp"/><Relationship Id="rId3" Type="http://schemas.microsoft.com/office/2007/relationships/hdphoto" Target="../media/hdphoto6.wdp"/><Relationship Id="rId7" Type="http://schemas.openxmlformats.org/officeDocument/2006/relationships/image" Target="../media/image13.png"/><Relationship Id="rId2" Type="http://schemas.openxmlformats.org/officeDocument/2006/relationships/image" Target="../media/image23.png"/><Relationship Id="rId1" Type="http://schemas.openxmlformats.org/officeDocument/2006/relationships/slideLayout" Target="../slideLayouts/slideLayout1.xml"/><Relationship Id="rId6" Type="http://schemas.microsoft.com/office/2007/relationships/hdphoto" Target="../media/hdphoto2.wdp"/><Relationship Id="rId11" Type="http://schemas.openxmlformats.org/officeDocument/2006/relationships/image" Target="../media/image25.png"/><Relationship Id="rId5" Type="http://schemas.openxmlformats.org/officeDocument/2006/relationships/image" Target="../media/image12.png"/><Relationship Id="rId10" Type="http://schemas.openxmlformats.org/officeDocument/2006/relationships/image" Target="../media/image24.png"/><Relationship Id="rId4" Type="http://schemas.openxmlformats.org/officeDocument/2006/relationships/image" Target="../media/image3.png"/><Relationship Id="rId9" Type="http://schemas.openxmlformats.org/officeDocument/2006/relationships/image" Target="../media/image17.png"/></Relationships>
</file>

<file path=ppt/slides/_rels/slide21.xml.rels><?xml version="1.0" encoding="UTF-8" standalone="yes"?>
<Relationships xmlns="http://schemas.openxmlformats.org/package/2006/relationships"><Relationship Id="rId8" Type="http://schemas.microsoft.com/office/2007/relationships/hdphoto" Target="../media/hdphoto3.wdp"/><Relationship Id="rId3" Type="http://schemas.microsoft.com/office/2007/relationships/hdphoto" Target="../media/hdphoto6.wdp"/><Relationship Id="rId7" Type="http://schemas.openxmlformats.org/officeDocument/2006/relationships/image" Target="../media/image13.png"/><Relationship Id="rId12" Type="http://schemas.openxmlformats.org/officeDocument/2006/relationships/image" Target="../media/image26.png"/><Relationship Id="rId2" Type="http://schemas.openxmlformats.org/officeDocument/2006/relationships/image" Target="../media/image23.png"/><Relationship Id="rId1" Type="http://schemas.openxmlformats.org/officeDocument/2006/relationships/slideLayout" Target="../slideLayouts/slideLayout1.xml"/><Relationship Id="rId6" Type="http://schemas.microsoft.com/office/2007/relationships/hdphoto" Target="../media/hdphoto2.wdp"/><Relationship Id="rId11" Type="http://schemas.openxmlformats.org/officeDocument/2006/relationships/image" Target="../media/image24.png"/><Relationship Id="rId5" Type="http://schemas.openxmlformats.org/officeDocument/2006/relationships/image" Target="../media/image12.png"/><Relationship Id="rId10" Type="http://schemas.openxmlformats.org/officeDocument/2006/relationships/image" Target="../media/image25.png"/><Relationship Id="rId4" Type="http://schemas.openxmlformats.org/officeDocument/2006/relationships/image" Target="../media/image3.png"/><Relationship Id="rId9" Type="http://schemas.openxmlformats.org/officeDocument/2006/relationships/image" Target="../media/image17.png"/></Relationships>
</file>

<file path=ppt/slides/_rels/slide22.xml.rels><?xml version="1.0" encoding="UTF-8" standalone="yes"?>
<Relationships xmlns="http://schemas.openxmlformats.org/package/2006/relationships"><Relationship Id="rId8" Type="http://schemas.microsoft.com/office/2007/relationships/hdphoto" Target="../media/hdphoto3.wdp"/><Relationship Id="rId3" Type="http://schemas.microsoft.com/office/2007/relationships/hdphoto" Target="../media/hdphoto6.wdp"/><Relationship Id="rId7" Type="http://schemas.openxmlformats.org/officeDocument/2006/relationships/image" Target="../media/image13.png"/><Relationship Id="rId2" Type="http://schemas.openxmlformats.org/officeDocument/2006/relationships/image" Target="../media/image23.png"/><Relationship Id="rId1" Type="http://schemas.openxmlformats.org/officeDocument/2006/relationships/slideLayout" Target="../slideLayouts/slideLayout1.xml"/><Relationship Id="rId6" Type="http://schemas.microsoft.com/office/2007/relationships/hdphoto" Target="../media/hdphoto2.wdp"/><Relationship Id="rId11" Type="http://schemas.openxmlformats.org/officeDocument/2006/relationships/image" Target="../media/image26.png"/><Relationship Id="rId5" Type="http://schemas.openxmlformats.org/officeDocument/2006/relationships/image" Target="../media/image12.png"/><Relationship Id="rId10" Type="http://schemas.openxmlformats.org/officeDocument/2006/relationships/image" Target="../media/image25.png"/><Relationship Id="rId4" Type="http://schemas.openxmlformats.org/officeDocument/2006/relationships/image" Target="../media/image3.png"/><Relationship Id="rId9" Type="http://schemas.openxmlformats.org/officeDocument/2006/relationships/image" Target="../media/image17.png"/></Relationships>
</file>

<file path=ppt/slides/_rels/slide23.xml.rels><?xml version="1.0" encoding="UTF-8" standalone="yes"?>
<Relationships xmlns="http://schemas.openxmlformats.org/package/2006/relationships"><Relationship Id="rId8" Type="http://schemas.openxmlformats.org/officeDocument/2006/relationships/hyperlink" Target="https://www.mexc.co/news/250036?utm_source=chatgpt.com" TargetMode="External"/><Relationship Id="rId3" Type="http://schemas.openxmlformats.org/officeDocument/2006/relationships/image" Target="../media/image12.png"/><Relationship Id="rId7"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1.xml"/><Relationship Id="rId6" Type="http://schemas.microsoft.com/office/2007/relationships/hdphoto" Target="../media/hdphoto3.wdp"/><Relationship Id="rId5" Type="http://schemas.openxmlformats.org/officeDocument/2006/relationships/image" Target="../media/image13.png"/><Relationship Id="rId4" Type="http://schemas.microsoft.com/office/2007/relationships/hdphoto" Target="../media/hdphoto2.wdp"/></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00B8FF"/>
            </a:gs>
            <a:gs pos="100000">
              <a:srgbClr val="002BFF"/>
            </a:gs>
          </a:gsLst>
          <a:lin ang="5400000" scaled="1"/>
        </a:gradFill>
        <a:effectLst/>
      </p:bgPr>
    </p:bg>
    <p:spTree>
      <p:nvGrpSpPr>
        <p:cNvPr id="1" name=""/>
        <p:cNvGrpSpPr/>
        <p:nvPr/>
      </p:nvGrpSpPr>
      <p:grpSpPr>
        <a:xfrm>
          <a:off x="0" y="0"/>
          <a:ext cx="0" cy="0"/>
          <a:chOff x="0" y="0"/>
          <a:chExt cx="0" cy="0"/>
        </a:xfrm>
      </p:grpSpPr>
      <p:sp>
        <p:nvSpPr>
          <p:cNvPr id="4" name="AutoShape 2" descr="Обои по теме Sony Playstation">
            <a:extLst>
              <a:ext uri="{FF2B5EF4-FFF2-40B4-BE49-F238E27FC236}">
                <a16:creationId xmlns:a16="http://schemas.microsoft.com/office/drawing/2014/main" id="{8D2F4487-D958-54D0-F11A-BEF50498BA73}"/>
              </a:ext>
            </a:extLst>
          </p:cNvPr>
          <p:cNvSpPr>
            <a:spLocks noChangeAspect="1" noChangeArrowheads="1"/>
          </p:cNvSpPr>
          <p:nvPr/>
        </p:nvSpPr>
        <p:spPr bwMode="auto">
          <a:xfrm>
            <a:off x="5943600" y="3276600"/>
            <a:ext cx="4937760" cy="4937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7" name="Picture 6">
            <a:extLst>
              <a:ext uri="{FF2B5EF4-FFF2-40B4-BE49-F238E27FC236}">
                <a16:creationId xmlns:a16="http://schemas.microsoft.com/office/drawing/2014/main" id="{51452F8F-66E4-CCDE-D892-9A84BF2A5208}"/>
              </a:ext>
            </a:extLst>
          </p:cNvPr>
          <p:cNvPicPr>
            <a:picLocks noGrp="1" noRot="1" noChangeAspect="1" noMove="1" noResize="1" noEditPoints="1" noAdjustHandles="1" noChangeArrowheads="1" noChangeShapeType="1" noCrop="1"/>
          </p:cNvPicPr>
          <p:nvPr/>
        </p:nvPicPr>
        <p:blipFill>
          <a:blip r:embed="rId2">
            <a:alphaModFix amt="23000"/>
            <a:extLst>
              <a:ext uri="{28A0092B-C50C-407E-A947-70E740481C1C}">
                <a14:useLocalDpi xmlns:a14="http://schemas.microsoft.com/office/drawing/2010/main" val="0"/>
              </a:ext>
            </a:extLst>
          </a:blip>
          <a:stretch>
            <a:fillRect/>
          </a:stretch>
        </p:blipFill>
        <p:spPr>
          <a:xfrm>
            <a:off x="0" y="-35561"/>
            <a:ext cx="12192000" cy="6893561"/>
          </a:xfrm>
          <a:prstGeom prst="rect">
            <a:avLst/>
          </a:prstGeom>
        </p:spPr>
      </p:pic>
      <p:grpSp>
        <p:nvGrpSpPr>
          <p:cNvPr id="10" name="Group 9">
            <a:extLst>
              <a:ext uri="{FF2B5EF4-FFF2-40B4-BE49-F238E27FC236}">
                <a16:creationId xmlns:a16="http://schemas.microsoft.com/office/drawing/2014/main" id="{2893D220-D1F0-0BCA-09DE-85BC233EE29A}"/>
              </a:ext>
            </a:extLst>
          </p:cNvPr>
          <p:cNvGrpSpPr/>
          <p:nvPr/>
        </p:nvGrpSpPr>
        <p:grpSpPr>
          <a:xfrm>
            <a:off x="621366" y="1898957"/>
            <a:ext cx="16577619" cy="2076660"/>
            <a:chOff x="636606" y="1600050"/>
            <a:chExt cx="16577619" cy="2076660"/>
          </a:xfrm>
        </p:grpSpPr>
        <p:sp>
          <p:nvSpPr>
            <p:cNvPr id="8" name="TextBox 7">
              <a:extLst>
                <a:ext uri="{FF2B5EF4-FFF2-40B4-BE49-F238E27FC236}">
                  <a16:creationId xmlns:a16="http://schemas.microsoft.com/office/drawing/2014/main" id="{98CBC476-A19B-3C52-58A2-631472266B69}"/>
                </a:ext>
              </a:extLst>
            </p:cNvPr>
            <p:cNvSpPr txBox="1"/>
            <p:nvPr/>
          </p:nvSpPr>
          <p:spPr>
            <a:xfrm>
              <a:off x="636606" y="1600050"/>
              <a:ext cx="16577619" cy="1631216"/>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sz="10000" b="1" dirty="0">
                  <a:solidFill>
                    <a:schemeClr val="bg1"/>
                  </a:solidFill>
                  <a:latin typeface="HelveticaNowDisplay Bold" panose="020B0804030202020204" pitchFamily="34" charset="0"/>
                  <a:cs typeface="HelveticaNowDisplay Bold" panose="020B0804030202020204" pitchFamily="34" charset="0"/>
                </a:rPr>
                <a:t>Final Project Gr 2</a:t>
              </a:r>
              <a:endParaRPr lang="en-PH" sz="10000" b="1" dirty="0">
                <a:solidFill>
                  <a:schemeClr val="bg1"/>
                </a:solidFill>
                <a:latin typeface="HelveticaNowDisplay Bold" panose="020B0804030202020204" pitchFamily="34" charset="0"/>
                <a:cs typeface="HelveticaNowDisplay Bold" panose="020B0804030202020204" pitchFamily="34" charset="0"/>
              </a:endParaRPr>
            </a:p>
          </p:txBody>
        </p:sp>
        <p:sp>
          <p:nvSpPr>
            <p:cNvPr id="9" name="TextBox 8">
              <a:extLst>
                <a:ext uri="{FF2B5EF4-FFF2-40B4-BE49-F238E27FC236}">
                  <a16:creationId xmlns:a16="http://schemas.microsoft.com/office/drawing/2014/main" id="{D8C02125-37BF-FC18-12A2-35D9E82ED463}"/>
                </a:ext>
              </a:extLst>
            </p:cNvPr>
            <p:cNvSpPr txBox="1"/>
            <p:nvPr/>
          </p:nvSpPr>
          <p:spPr>
            <a:xfrm>
              <a:off x="636606" y="3276600"/>
              <a:ext cx="2761915" cy="400110"/>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sz="2000" b="1" dirty="0">
                  <a:solidFill>
                    <a:schemeClr val="bg1"/>
                  </a:solidFill>
                  <a:latin typeface="HelveticaNowDisplay Bold" panose="020B0804030202020204" pitchFamily="34" charset="0"/>
                  <a:cs typeface="HelveticaNowDisplay Bold" panose="020B0804030202020204" pitchFamily="34" charset="0"/>
                </a:rPr>
                <a:t>BSCpE22S4 – CPE411</a:t>
              </a:r>
              <a:endParaRPr lang="en-PH" sz="2000" b="1" dirty="0">
                <a:solidFill>
                  <a:schemeClr val="bg1"/>
                </a:solidFill>
                <a:latin typeface="HelveticaNowDisplay Bold" panose="020B0804030202020204" pitchFamily="34" charset="0"/>
                <a:cs typeface="HelveticaNowDisplay Bold" panose="020B0804030202020204" pitchFamily="34" charset="0"/>
              </a:endParaRPr>
            </a:p>
          </p:txBody>
        </p:sp>
      </p:grpSp>
      <p:grpSp>
        <p:nvGrpSpPr>
          <p:cNvPr id="15" name="Group 14">
            <a:extLst>
              <a:ext uri="{FF2B5EF4-FFF2-40B4-BE49-F238E27FC236}">
                <a16:creationId xmlns:a16="http://schemas.microsoft.com/office/drawing/2014/main" id="{ACD104DA-C030-099F-F8C7-5D87F7329CA2}"/>
              </a:ext>
            </a:extLst>
          </p:cNvPr>
          <p:cNvGrpSpPr/>
          <p:nvPr/>
        </p:nvGrpSpPr>
        <p:grpSpPr>
          <a:xfrm>
            <a:off x="4942332" y="4947263"/>
            <a:ext cx="2307335" cy="617220"/>
            <a:chOff x="4823461" y="4810882"/>
            <a:chExt cx="2307335" cy="617220"/>
          </a:xfrm>
          <a:effectLst>
            <a:outerShdw blurRad="50800" dist="38100" dir="5400000" algn="t" rotWithShape="0">
              <a:prstClr val="black">
                <a:alpha val="40000"/>
              </a:prstClr>
            </a:outerShdw>
          </a:effectLst>
        </p:grpSpPr>
        <p:sp>
          <p:nvSpPr>
            <p:cNvPr id="11" name="TextBox 10">
              <a:extLst>
                <a:ext uri="{FF2B5EF4-FFF2-40B4-BE49-F238E27FC236}">
                  <a16:creationId xmlns:a16="http://schemas.microsoft.com/office/drawing/2014/main" id="{23D9A10C-EFBF-F487-0832-DB4FDECC7BBC}"/>
                </a:ext>
              </a:extLst>
            </p:cNvPr>
            <p:cNvSpPr txBox="1"/>
            <p:nvPr/>
          </p:nvSpPr>
          <p:spPr>
            <a:xfrm>
              <a:off x="4823461" y="4974713"/>
              <a:ext cx="906780" cy="276999"/>
            </a:xfrm>
            <a:prstGeom prst="rect">
              <a:avLst/>
            </a:prstGeom>
            <a:noFill/>
          </p:spPr>
          <p:txBody>
            <a:bodyPr wrap="square" rtlCol="0">
              <a:spAutoFit/>
            </a:bodyPr>
            <a:lstStyle/>
            <a:p>
              <a:r>
                <a:rPr lang="en-US" sz="1200" b="1" dirty="0">
                  <a:solidFill>
                    <a:schemeClr val="bg1"/>
                  </a:solidFill>
                  <a:latin typeface="HelveticaNowDisplay Bold" panose="020B0804030202020204" pitchFamily="34" charset="0"/>
                  <a:cs typeface="HelveticaNowDisplay Bold" panose="020B0804030202020204" pitchFamily="34" charset="0"/>
                </a:rPr>
                <a:t>Press the </a:t>
              </a:r>
              <a:endParaRPr lang="en-PH" sz="1200" b="1" dirty="0">
                <a:solidFill>
                  <a:schemeClr val="bg1"/>
                </a:solidFill>
                <a:latin typeface="HelveticaNowDisplay Bold" panose="020B0804030202020204" pitchFamily="34" charset="0"/>
                <a:cs typeface="HelveticaNowDisplay Bold" panose="020B0804030202020204" pitchFamily="34" charset="0"/>
              </a:endParaRPr>
            </a:p>
          </p:txBody>
        </p:sp>
        <p:pic>
          <p:nvPicPr>
            <p:cNvPr id="13" name="Picture 12">
              <a:extLst>
                <a:ext uri="{FF2B5EF4-FFF2-40B4-BE49-F238E27FC236}">
                  <a16:creationId xmlns:a16="http://schemas.microsoft.com/office/drawing/2014/main" id="{B9F101B2-09CD-1865-3F9E-42ED3CAC65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5168" y="4810882"/>
              <a:ext cx="493776" cy="617220"/>
            </a:xfrm>
            <a:prstGeom prst="rect">
              <a:avLst/>
            </a:prstGeom>
          </p:spPr>
        </p:pic>
        <p:sp>
          <p:nvSpPr>
            <p:cNvPr id="14" name="TextBox 13">
              <a:extLst>
                <a:ext uri="{FF2B5EF4-FFF2-40B4-BE49-F238E27FC236}">
                  <a16:creationId xmlns:a16="http://schemas.microsoft.com/office/drawing/2014/main" id="{877D8D51-8B69-75BF-525E-9C6171665FB8}"/>
                </a:ext>
              </a:extLst>
            </p:cNvPr>
            <p:cNvSpPr txBox="1"/>
            <p:nvPr/>
          </p:nvSpPr>
          <p:spPr>
            <a:xfrm>
              <a:off x="5913120" y="4959481"/>
              <a:ext cx="1217676" cy="276999"/>
            </a:xfrm>
            <a:prstGeom prst="rect">
              <a:avLst/>
            </a:prstGeom>
            <a:noFill/>
          </p:spPr>
          <p:txBody>
            <a:bodyPr wrap="square" rtlCol="0">
              <a:spAutoFit/>
            </a:bodyPr>
            <a:lstStyle/>
            <a:p>
              <a:r>
                <a:rPr lang="en-US" sz="1200" b="1" dirty="0">
                  <a:solidFill>
                    <a:schemeClr val="bg1"/>
                  </a:solidFill>
                  <a:latin typeface="HelveticaNowDisplay Bold" panose="020B0804030202020204" pitchFamily="34" charset="0"/>
                  <a:cs typeface="HelveticaNowDisplay Bold" panose="020B0804030202020204" pitchFamily="34" charset="0"/>
                </a:rPr>
                <a:t>button to start.</a:t>
              </a:r>
              <a:endParaRPr lang="en-PH" sz="1200" b="1" dirty="0">
                <a:solidFill>
                  <a:schemeClr val="bg1"/>
                </a:solidFill>
                <a:latin typeface="HelveticaNowDisplay Bold" panose="020B0804030202020204" pitchFamily="34" charset="0"/>
                <a:cs typeface="HelveticaNowDisplay Bold" panose="020B0804030202020204" pitchFamily="34" charset="0"/>
              </a:endParaRPr>
            </a:p>
          </p:txBody>
        </p:sp>
      </p:grpSp>
    </p:spTree>
    <p:extLst>
      <p:ext uri="{BB962C8B-B14F-4D97-AF65-F5344CB8AC3E}">
        <p14:creationId xmlns:p14="http://schemas.microsoft.com/office/powerpoint/2010/main" val="10681677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0B8FF"/>
            </a:gs>
            <a:gs pos="100000">
              <a:srgbClr val="002BFF"/>
            </a:gs>
          </a:gsLst>
          <a:lin ang="5400000" scaled="1"/>
        </a:gradFill>
        <a:effectLst/>
      </p:bgPr>
    </p:bg>
    <p:spTree>
      <p:nvGrpSpPr>
        <p:cNvPr id="1" name="">
          <a:extLst>
            <a:ext uri="{FF2B5EF4-FFF2-40B4-BE49-F238E27FC236}">
              <a16:creationId xmlns:a16="http://schemas.microsoft.com/office/drawing/2014/main" id="{ACA81B78-8910-8ED6-1DA1-2ECA4EE1E714}"/>
            </a:ext>
          </a:extLst>
        </p:cNvPr>
        <p:cNvGrpSpPr/>
        <p:nvPr/>
      </p:nvGrpSpPr>
      <p:grpSpPr>
        <a:xfrm>
          <a:off x="0" y="0"/>
          <a:ext cx="0" cy="0"/>
          <a:chOff x="0" y="0"/>
          <a:chExt cx="0" cy="0"/>
        </a:xfrm>
      </p:grpSpPr>
      <p:sp>
        <p:nvSpPr>
          <p:cNvPr id="4" name="AutoShape 2" descr="Обои по теме Sony Playstation">
            <a:extLst>
              <a:ext uri="{FF2B5EF4-FFF2-40B4-BE49-F238E27FC236}">
                <a16:creationId xmlns:a16="http://schemas.microsoft.com/office/drawing/2014/main" id="{833D5F8F-0721-134E-4F7A-3DDAA26B931C}"/>
              </a:ext>
            </a:extLst>
          </p:cNvPr>
          <p:cNvSpPr>
            <a:spLocks noChangeAspect="1" noChangeArrowheads="1"/>
          </p:cNvSpPr>
          <p:nvPr/>
        </p:nvSpPr>
        <p:spPr bwMode="auto">
          <a:xfrm>
            <a:off x="5943600" y="3276600"/>
            <a:ext cx="4937760" cy="4937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7" name="Picture 6">
            <a:extLst>
              <a:ext uri="{FF2B5EF4-FFF2-40B4-BE49-F238E27FC236}">
                <a16:creationId xmlns:a16="http://schemas.microsoft.com/office/drawing/2014/main" id="{10ED9E94-7B80-9882-E3D6-8A8B943EAE85}"/>
              </a:ext>
            </a:extLst>
          </p:cNvPr>
          <p:cNvPicPr>
            <a:picLocks noGrp="1" noRot="1" noChangeAspect="1" noMove="1" noResize="1" noEditPoints="1" noAdjustHandles="1" noChangeArrowheads="1" noChangeShapeType="1" noCrop="1"/>
          </p:cNvPicPr>
          <p:nvPr/>
        </p:nvPicPr>
        <p:blipFill>
          <a:blip r:embed="rId2">
            <a:alphaModFix amt="23000"/>
            <a:extLst>
              <a:ext uri="{28A0092B-C50C-407E-A947-70E740481C1C}">
                <a14:useLocalDpi xmlns:a14="http://schemas.microsoft.com/office/drawing/2010/main" val="0"/>
              </a:ext>
            </a:extLst>
          </a:blip>
          <a:stretch>
            <a:fillRect/>
          </a:stretch>
        </p:blipFill>
        <p:spPr>
          <a:xfrm>
            <a:off x="0" y="-35561"/>
            <a:ext cx="12192000" cy="6893561"/>
          </a:xfrm>
          <a:prstGeom prst="rect">
            <a:avLst/>
          </a:prstGeom>
        </p:spPr>
      </p:pic>
      <p:grpSp>
        <p:nvGrpSpPr>
          <p:cNvPr id="6" name="Group 5">
            <a:extLst>
              <a:ext uri="{FF2B5EF4-FFF2-40B4-BE49-F238E27FC236}">
                <a16:creationId xmlns:a16="http://schemas.microsoft.com/office/drawing/2014/main" id="{41E3009D-138F-655D-54D3-880A8AE3A71F}"/>
              </a:ext>
            </a:extLst>
          </p:cNvPr>
          <p:cNvGrpSpPr/>
          <p:nvPr/>
        </p:nvGrpSpPr>
        <p:grpSpPr>
          <a:xfrm>
            <a:off x="3338171" y="480061"/>
            <a:ext cx="5515658" cy="972175"/>
            <a:chOff x="3338171" y="957193"/>
            <a:chExt cx="5515658" cy="972175"/>
          </a:xfrm>
          <a:effectLst>
            <a:outerShdw blurRad="50800" dist="38100" dir="5400000" algn="t" rotWithShape="0">
              <a:prstClr val="black">
                <a:alpha val="40000"/>
              </a:prstClr>
            </a:outerShdw>
          </a:effectLst>
        </p:grpSpPr>
        <p:sp>
          <p:nvSpPr>
            <p:cNvPr id="2" name="TextBox 1">
              <a:extLst>
                <a:ext uri="{FF2B5EF4-FFF2-40B4-BE49-F238E27FC236}">
                  <a16:creationId xmlns:a16="http://schemas.microsoft.com/office/drawing/2014/main" id="{2D7E5841-2D10-C00D-D990-7B517F58863E}"/>
                </a:ext>
              </a:extLst>
            </p:cNvPr>
            <p:cNvSpPr txBox="1"/>
            <p:nvPr/>
          </p:nvSpPr>
          <p:spPr>
            <a:xfrm>
              <a:off x="3338171" y="957193"/>
              <a:ext cx="5515658" cy="553998"/>
            </a:xfrm>
            <a:prstGeom prst="rect">
              <a:avLst/>
            </a:prstGeom>
            <a:noFill/>
          </p:spPr>
          <p:txBody>
            <a:bodyPr wrap="square" rtlCol="0">
              <a:spAutoFit/>
            </a:bodyPr>
            <a:lstStyle/>
            <a:p>
              <a:r>
                <a:rPr lang="en-US" sz="3000" b="1" dirty="0">
                  <a:solidFill>
                    <a:schemeClr val="bg1"/>
                  </a:solidFill>
                  <a:latin typeface="HelveticaNowDisplay Bold" panose="020B0804030202020204" pitchFamily="34" charset="0"/>
                  <a:cs typeface="HelveticaNowDisplay Bold" panose="020B0804030202020204" pitchFamily="34" charset="0"/>
                </a:rPr>
                <a:t>Welcome to our presentation.</a:t>
              </a:r>
              <a:endParaRPr lang="en-PH" sz="3000" b="1" dirty="0">
                <a:solidFill>
                  <a:schemeClr val="bg1"/>
                </a:solidFill>
                <a:latin typeface="HelveticaNowDisplay Bold" panose="020B0804030202020204" pitchFamily="34" charset="0"/>
                <a:cs typeface="HelveticaNowDisplay Bold" panose="020B0804030202020204" pitchFamily="34" charset="0"/>
              </a:endParaRPr>
            </a:p>
          </p:txBody>
        </p:sp>
        <p:sp>
          <p:nvSpPr>
            <p:cNvPr id="3" name="TextBox 2">
              <a:extLst>
                <a:ext uri="{FF2B5EF4-FFF2-40B4-BE49-F238E27FC236}">
                  <a16:creationId xmlns:a16="http://schemas.microsoft.com/office/drawing/2014/main" id="{A53C2FB0-2863-4C09-7267-484F0E8067E9}"/>
                </a:ext>
              </a:extLst>
            </p:cNvPr>
            <p:cNvSpPr txBox="1"/>
            <p:nvPr/>
          </p:nvSpPr>
          <p:spPr>
            <a:xfrm>
              <a:off x="4511072" y="1560036"/>
              <a:ext cx="2865056" cy="369332"/>
            </a:xfrm>
            <a:prstGeom prst="rect">
              <a:avLst/>
            </a:prstGeom>
            <a:noFill/>
          </p:spPr>
          <p:txBody>
            <a:bodyPr wrap="square" rtlCol="0">
              <a:spAutoFit/>
            </a:bodyPr>
            <a:lstStyle/>
            <a:p>
              <a:r>
                <a:rPr lang="en-US" dirty="0">
                  <a:solidFill>
                    <a:schemeClr val="bg1"/>
                  </a:solidFill>
                </a:rPr>
                <a:t>Who’s reporting for today?</a:t>
              </a:r>
              <a:endParaRPr lang="en-PH" dirty="0">
                <a:solidFill>
                  <a:schemeClr val="bg1"/>
                </a:solidFill>
              </a:endParaRPr>
            </a:p>
          </p:txBody>
        </p:sp>
      </p:grpSp>
      <p:grpSp>
        <p:nvGrpSpPr>
          <p:cNvPr id="10" name="Group 9">
            <a:extLst>
              <a:ext uri="{FF2B5EF4-FFF2-40B4-BE49-F238E27FC236}">
                <a16:creationId xmlns:a16="http://schemas.microsoft.com/office/drawing/2014/main" id="{06D8E1B2-65FA-AF10-6E8E-5EE285AEF281}"/>
              </a:ext>
            </a:extLst>
          </p:cNvPr>
          <p:cNvGrpSpPr/>
          <p:nvPr/>
        </p:nvGrpSpPr>
        <p:grpSpPr>
          <a:xfrm>
            <a:off x="931633" y="2625974"/>
            <a:ext cx="1585732" cy="2079246"/>
            <a:chOff x="972273" y="2636134"/>
            <a:chExt cx="1585732" cy="2079246"/>
          </a:xfrm>
          <a:effectLst>
            <a:outerShdw blurRad="50800" dist="38100" dir="5400000" algn="t" rotWithShape="0">
              <a:prstClr val="black">
                <a:alpha val="40000"/>
              </a:prstClr>
            </a:outerShdw>
          </a:effectLst>
        </p:grpSpPr>
        <p:sp>
          <p:nvSpPr>
            <p:cNvPr id="5" name="Oval 4">
              <a:extLst>
                <a:ext uri="{FF2B5EF4-FFF2-40B4-BE49-F238E27FC236}">
                  <a16:creationId xmlns:a16="http://schemas.microsoft.com/office/drawing/2014/main" id="{431188DE-BC22-3052-10B1-D6A0B2B5AD77}"/>
                </a:ext>
              </a:extLst>
            </p:cNvPr>
            <p:cNvSpPr/>
            <p:nvPr/>
          </p:nvSpPr>
          <p:spPr>
            <a:xfrm>
              <a:off x="972273" y="2636134"/>
              <a:ext cx="1585732" cy="1585732"/>
            </a:xfrm>
            <a:prstGeom prst="ellipse">
              <a:avLst/>
            </a:prstGeom>
            <a:solidFill>
              <a:schemeClr val="bg1">
                <a:alpha val="2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TextBox 7">
              <a:extLst>
                <a:ext uri="{FF2B5EF4-FFF2-40B4-BE49-F238E27FC236}">
                  <a16:creationId xmlns:a16="http://schemas.microsoft.com/office/drawing/2014/main" id="{3DECBE19-D002-651D-3993-FED2DDA3108F}"/>
                </a:ext>
              </a:extLst>
            </p:cNvPr>
            <p:cNvSpPr txBox="1"/>
            <p:nvPr/>
          </p:nvSpPr>
          <p:spPr>
            <a:xfrm>
              <a:off x="1512328" y="2998113"/>
              <a:ext cx="505621" cy="861774"/>
            </a:xfrm>
            <a:prstGeom prst="rect">
              <a:avLst/>
            </a:prstGeom>
            <a:noFill/>
          </p:spPr>
          <p:txBody>
            <a:bodyPr wrap="square" rtlCol="0">
              <a:spAutoFit/>
            </a:bodyPr>
            <a:lstStyle/>
            <a:p>
              <a:r>
                <a:rPr lang="en-US" sz="5000" b="1" dirty="0">
                  <a:solidFill>
                    <a:schemeClr val="bg1"/>
                  </a:solidFill>
                </a:rPr>
                <a:t>+</a:t>
              </a:r>
              <a:endParaRPr lang="en-PH" sz="5000" b="1" dirty="0">
                <a:solidFill>
                  <a:schemeClr val="bg1"/>
                </a:solidFill>
              </a:endParaRPr>
            </a:p>
          </p:txBody>
        </p:sp>
        <p:sp>
          <p:nvSpPr>
            <p:cNvPr id="9" name="TextBox 8">
              <a:extLst>
                <a:ext uri="{FF2B5EF4-FFF2-40B4-BE49-F238E27FC236}">
                  <a16:creationId xmlns:a16="http://schemas.microsoft.com/office/drawing/2014/main" id="{8A99E7C4-0240-D543-8E4E-7CAEC54E2FDD}"/>
                </a:ext>
              </a:extLst>
            </p:cNvPr>
            <p:cNvSpPr txBox="1"/>
            <p:nvPr/>
          </p:nvSpPr>
          <p:spPr>
            <a:xfrm>
              <a:off x="1181831" y="4346048"/>
              <a:ext cx="1166614" cy="369332"/>
            </a:xfrm>
            <a:prstGeom prst="rect">
              <a:avLst/>
            </a:prstGeom>
            <a:noFill/>
          </p:spPr>
          <p:txBody>
            <a:bodyPr wrap="square" rtlCol="0">
              <a:spAutoFit/>
            </a:bodyPr>
            <a:lstStyle/>
            <a:p>
              <a:r>
                <a:rPr lang="en-US" b="1" dirty="0">
                  <a:solidFill>
                    <a:schemeClr val="bg1"/>
                  </a:solidFill>
                  <a:latin typeface="HelveticaNowDisplay Bold" panose="020B0804030202020204" pitchFamily="34" charset="0"/>
                  <a:cs typeface="HelveticaNowDisplay Bold" panose="020B0804030202020204" pitchFamily="34" charset="0"/>
                </a:rPr>
                <a:t>Add User</a:t>
              </a:r>
              <a:endParaRPr lang="en-PH" b="1" dirty="0">
                <a:solidFill>
                  <a:schemeClr val="bg1"/>
                </a:solidFill>
                <a:latin typeface="HelveticaNowDisplay Bold" panose="020B0804030202020204" pitchFamily="34" charset="0"/>
                <a:cs typeface="HelveticaNowDisplay Bold" panose="020B0804030202020204" pitchFamily="34" charset="0"/>
              </a:endParaRPr>
            </a:p>
          </p:txBody>
        </p:sp>
      </p:grpSp>
      <p:grpSp>
        <p:nvGrpSpPr>
          <p:cNvPr id="38" name="Group 37">
            <a:extLst>
              <a:ext uri="{FF2B5EF4-FFF2-40B4-BE49-F238E27FC236}">
                <a16:creationId xmlns:a16="http://schemas.microsoft.com/office/drawing/2014/main" id="{A0CDED60-BF03-9DDB-BB74-655FA4F4517C}"/>
              </a:ext>
            </a:extLst>
          </p:cNvPr>
          <p:cNvGrpSpPr/>
          <p:nvPr/>
        </p:nvGrpSpPr>
        <p:grpSpPr>
          <a:xfrm>
            <a:off x="1870326" y="935805"/>
            <a:ext cx="3745272" cy="4681590"/>
            <a:chOff x="1870326" y="935805"/>
            <a:chExt cx="3745272" cy="4681590"/>
          </a:xfrm>
        </p:grpSpPr>
        <p:sp>
          <p:nvSpPr>
            <p:cNvPr id="14" name="TextBox 13">
              <a:extLst>
                <a:ext uri="{FF2B5EF4-FFF2-40B4-BE49-F238E27FC236}">
                  <a16:creationId xmlns:a16="http://schemas.microsoft.com/office/drawing/2014/main" id="{3D545A1D-9943-BBF1-0AC8-3EE3BEAC4FD9}"/>
                </a:ext>
              </a:extLst>
            </p:cNvPr>
            <p:cNvSpPr txBox="1"/>
            <p:nvPr/>
          </p:nvSpPr>
          <p:spPr>
            <a:xfrm>
              <a:off x="2923653" y="4315687"/>
              <a:ext cx="165595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dirty="0">
                  <a:solidFill>
                    <a:schemeClr val="bg1"/>
                  </a:solidFill>
                  <a:latin typeface="HelveticaNowDisplay Bold" panose="020B0804030202020204" pitchFamily="34" charset="0"/>
                  <a:cs typeface="HelveticaNowDisplay Bold" panose="020B0804030202020204" pitchFamily="34" charset="0"/>
                </a:rPr>
                <a:t>Bulaong, Ross</a:t>
              </a:r>
              <a:endParaRPr lang="en-PH" b="1" dirty="0">
                <a:solidFill>
                  <a:schemeClr val="bg1"/>
                </a:solidFill>
                <a:latin typeface="HelveticaNowDisplay Bold" panose="020B0804030202020204" pitchFamily="34" charset="0"/>
                <a:cs typeface="HelveticaNowDisplay Bold" panose="020B0804030202020204" pitchFamily="34" charset="0"/>
              </a:endParaRPr>
            </a:p>
          </p:txBody>
        </p:sp>
        <p:pic>
          <p:nvPicPr>
            <p:cNvPr id="29" name="Picture 28">
              <a:extLst>
                <a:ext uri="{FF2B5EF4-FFF2-40B4-BE49-F238E27FC236}">
                  <a16:creationId xmlns:a16="http://schemas.microsoft.com/office/drawing/2014/main" id="{2C528A1E-8703-6CC6-1D57-4E8A199B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0326" y="935805"/>
              <a:ext cx="3745272" cy="4681590"/>
            </a:xfrm>
            <a:prstGeom prst="rect">
              <a:avLst/>
            </a:prstGeom>
          </p:spPr>
        </p:pic>
      </p:grpSp>
      <p:grpSp>
        <p:nvGrpSpPr>
          <p:cNvPr id="42" name="Group 41">
            <a:extLst>
              <a:ext uri="{FF2B5EF4-FFF2-40B4-BE49-F238E27FC236}">
                <a16:creationId xmlns:a16="http://schemas.microsoft.com/office/drawing/2014/main" id="{1E662AAB-990D-40DF-DD8C-6733F538E35B}"/>
              </a:ext>
            </a:extLst>
          </p:cNvPr>
          <p:cNvGrpSpPr/>
          <p:nvPr/>
        </p:nvGrpSpPr>
        <p:grpSpPr>
          <a:xfrm>
            <a:off x="4199894" y="1335781"/>
            <a:ext cx="3236611" cy="4045763"/>
            <a:chOff x="4199894" y="1335781"/>
            <a:chExt cx="3236611" cy="4045763"/>
          </a:xfrm>
        </p:grpSpPr>
        <p:sp>
          <p:nvSpPr>
            <p:cNvPr id="18" name="TextBox 17">
              <a:extLst>
                <a:ext uri="{FF2B5EF4-FFF2-40B4-BE49-F238E27FC236}">
                  <a16:creationId xmlns:a16="http://schemas.microsoft.com/office/drawing/2014/main" id="{AE62DF79-26FF-E942-7564-8F911C6D0610}"/>
                </a:ext>
              </a:extLst>
            </p:cNvPr>
            <p:cNvSpPr txBox="1"/>
            <p:nvPr/>
          </p:nvSpPr>
          <p:spPr>
            <a:xfrm>
              <a:off x="4910266" y="4291867"/>
              <a:ext cx="1929689"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dirty="0">
                  <a:solidFill>
                    <a:schemeClr val="bg1"/>
                  </a:solidFill>
                  <a:latin typeface="HelveticaNowDisplay Bold" panose="020B0804030202020204" pitchFamily="34" charset="0"/>
                  <a:cs typeface="HelveticaNowDisplay Bold" panose="020B0804030202020204" pitchFamily="34" charset="0"/>
                </a:rPr>
                <a:t>Esguerra, Serge</a:t>
              </a:r>
              <a:endParaRPr lang="en-PH" b="1" dirty="0">
                <a:solidFill>
                  <a:schemeClr val="bg1"/>
                </a:solidFill>
                <a:latin typeface="HelveticaNowDisplay Bold" panose="020B0804030202020204" pitchFamily="34" charset="0"/>
                <a:cs typeface="HelveticaNowDisplay Bold" panose="020B0804030202020204" pitchFamily="34" charset="0"/>
              </a:endParaRPr>
            </a:p>
          </p:txBody>
        </p:sp>
        <p:pic>
          <p:nvPicPr>
            <p:cNvPr id="31" name="Picture 30">
              <a:extLst>
                <a:ext uri="{FF2B5EF4-FFF2-40B4-BE49-F238E27FC236}">
                  <a16:creationId xmlns:a16="http://schemas.microsoft.com/office/drawing/2014/main" id="{AC2155F2-3C60-184C-EE63-4600F1A580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99894" y="1335781"/>
              <a:ext cx="3236611" cy="4045763"/>
            </a:xfrm>
            <a:prstGeom prst="rect">
              <a:avLst/>
            </a:prstGeom>
          </p:spPr>
        </p:pic>
      </p:grpSp>
      <p:grpSp>
        <p:nvGrpSpPr>
          <p:cNvPr id="43" name="Group 42">
            <a:extLst>
              <a:ext uri="{FF2B5EF4-FFF2-40B4-BE49-F238E27FC236}">
                <a16:creationId xmlns:a16="http://schemas.microsoft.com/office/drawing/2014/main" id="{FD3B2601-D255-454E-85CF-BC9A7354CE7A}"/>
              </a:ext>
            </a:extLst>
          </p:cNvPr>
          <p:cNvGrpSpPr/>
          <p:nvPr/>
        </p:nvGrpSpPr>
        <p:grpSpPr>
          <a:xfrm>
            <a:off x="8579156" y="1454167"/>
            <a:ext cx="3047194" cy="3808992"/>
            <a:chOff x="8579156" y="1454167"/>
            <a:chExt cx="3047194" cy="3808992"/>
          </a:xfrm>
        </p:grpSpPr>
        <p:grpSp>
          <p:nvGrpSpPr>
            <p:cNvPr id="23" name="Group 22">
              <a:extLst>
                <a:ext uri="{FF2B5EF4-FFF2-40B4-BE49-F238E27FC236}">
                  <a16:creationId xmlns:a16="http://schemas.microsoft.com/office/drawing/2014/main" id="{239522BD-9C86-EC34-4E5C-F3FF1E5B30AB}"/>
                </a:ext>
              </a:extLst>
            </p:cNvPr>
            <p:cNvGrpSpPr/>
            <p:nvPr/>
          </p:nvGrpSpPr>
          <p:grpSpPr>
            <a:xfrm>
              <a:off x="8963893" y="2987953"/>
              <a:ext cx="2354457" cy="1698325"/>
              <a:chOff x="739413" y="2998113"/>
              <a:chExt cx="2354457" cy="1698325"/>
            </a:xfrm>
            <a:effectLst>
              <a:outerShdw blurRad="50800" dist="38100" dir="5400000" algn="t" rotWithShape="0">
                <a:prstClr val="black">
                  <a:alpha val="40000"/>
                </a:prstClr>
              </a:outerShdw>
            </a:effectLst>
          </p:grpSpPr>
          <p:sp>
            <p:nvSpPr>
              <p:cNvPr id="25" name="TextBox 24">
                <a:extLst>
                  <a:ext uri="{FF2B5EF4-FFF2-40B4-BE49-F238E27FC236}">
                    <a16:creationId xmlns:a16="http://schemas.microsoft.com/office/drawing/2014/main" id="{A734AD5E-E383-0240-3FB8-FDD707266E08}"/>
                  </a:ext>
                </a:extLst>
              </p:cNvPr>
              <p:cNvSpPr txBox="1"/>
              <p:nvPr/>
            </p:nvSpPr>
            <p:spPr>
              <a:xfrm>
                <a:off x="1512328" y="2998113"/>
                <a:ext cx="505621" cy="861774"/>
              </a:xfrm>
              <a:prstGeom prst="rect">
                <a:avLst/>
              </a:prstGeom>
              <a:noFill/>
            </p:spPr>
            <p:txBody>
              <a:bodyPr wrap="square" rtlCol="0">
                <a:spAutoFit/>
              </a:bodyPr>
              <a:lstStyle/>
              <a:p>
                <a:endParaRPr lang="en-PH" sz="5000" b="1" dirty="0">
                  <a:solidFill>
                    <a:schemeClr val="bg1"/>
                  </a:solidFill>
                </a:endParaRPr>
              </a:p>
            </p:txBody>
          </p:sp>
          <p:sp>
            <p:nvSpPr>
              <p:cNvPr id="26" name="TextBox 25">
                <a:extLst>
                  <a:ext uri="{FF2B5EF4-FFF2-40B4-BE49-F238E27FC236}">
                    <a16:creationId xmlns:a16="http://schemas.microsoft.com/office/drawing/2014/main" id="{2B3C3671-4219-ED4A-C803-7B1ACB6D16BD}"/>
                  </a:ext>
                </a:extLst>
              </p:cNvPr>
              <p:cNvSpPr txBox="1"/>
              <p:nvPr/>
            </p:nvSpPr>
            <p:spPr>
              <a:xfrm>
                <a:off x="739413" y="4327106"/>
                <a:ext cx="2354457" cy="369332"/>
              </a:xfrm>
              <a:prstGeom prst="rect">
                <a:avLst/>
              </a:prstGeom>
              <a:noFill/>
            </p:spPr>
            <p:txBody>
              <a:bodyPr wrap="square" rtlCol="0">
                <a:spAutoFit/>
              </a:bodyPr>
              <a:lstStyle/>
              <a:p>
                <a:r>
                  <a:rPr lang="en-PH" b="1" dirty="0">
                    <a:solidFill>
                      <a:schemeClr val="bg1"/>
                    </a:solidFill>
                    <a:latin typeface="HelveticaNowDisplay Bold" panose="020B0804030202020204" pitchFamily="34" charset="0"/>
                    <a:cs typeface="HelveticaNowDisplay Bold" panose="020B0804030202020204" pitchFamily="34" charset="0"/>
                  </a:rPr>
                  <a:t>Palomares, Charles</a:t>
                </a:r>
              </a:p>
            </p:txBody>
          </p:sp>
        </p:grpSp>
        <p:pic>
          <p:nvPicPr>
            <p:cNvPr id="37" name="Picture 36">
              <a:extLst>
                <a:ext uri="{FF2B5EF4-FFF2-40B4-BE49-F238E27FC236}">
                  <a16:creationId xmlns:a16="http://schemas.microsoft.com/office/drawing/2014/main" id="{F89FD6D8-576F-083A-A6FF-EAD838F43C5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79156" y="1454167"/>
              <a:ext cx="3047194" cy="3808992"/>
            </a:xfrm>
            <a:prstGeom prst="rect">
              <a:avLst/>
            </a:prstGeom>
          </p:spPr>
        </p:pic>
      </p:grpSp>
      <p:grpSp>
        <p:nvGrpSpPr>
          <p:cNvPr id="46" name="Group 45">
            <a:extLst>
              <a:ext uri="{FF2B5EF4-FFF2-40B4-BE49-F238E27FC236}">
                <a16:creationId xmlns:a16="http://schemas.microsoft.com/office/drawing/2014/main" id="{0833717A-47E5-2E97-C08E-E6FF282982A2}"/>
              </a:ext>
            </a:extLst>
          </p:cNvPr>
          <p:cNvGrpSpPr/>
          <p:nvPr/>
        </p:nvGrpSpPr>
        <p:grpSpPr>
          <a:xfrm>
            <a:off x="6325970" y="1357730"/>
            <a:ext cx="3201491" cy="4001864"/>
            <a:chOff x="6325970" y="1357730"/>
            <a:chExt cx="3201491" cy="4001864"/>
          </a:xfrm>
        </p:grpSpPr>
        <p:sp>
          <p:nvSpPr>
            <p:cNvPr id="22" name="TextBox 21">
              <a:extLst>
                <a:ext uri="{FF2B5EF4-FFF2-40B4-BE49-F238E27FC236}">
                  <a16:creationId xmlns:a16="http://schemas.microsoft.com/office/drawing/2014/main" id="{90759F46-95CD-D4CE-D86A-3AC4F194231C}"/>
                </a:ext>
              </a:extLst>
            </p:cNvPr>
            <p:cNvSpPr txBox="1"/>
            <p:nvPr/>
          </p:nvSpPr>
          <p:spPr>
            <a:xfrm>
              <a:off x="7032922" y="4315687"/>
              <a:ext cx="185672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PH" b="1" dirty="0" err="1">
                  <a:solidFill>
                    <a:schemeClr val="bg1"/>
                  </a:solidFill>
                  <a:latin typeface="HelveticaNowDisplay Bold" panose="020B0804030202020204" pitchFamily="34" charset="0"/>
                  <a:cs typeface="HelveticaNowDisplay Bold" panose="020B0804030202020204" pitchFamily="34" charset="0"/>
                </a:rPr>
                <a:t>Madriago</a:t>
              </a:r>
              <a:r>
                <a:rPr lang="en-PH" b="1" dirty="0">
                  <a:solidFill>
                    <a:schemeClr val="bg1"/>
                  </a:solidFill>
                  <a:latin typeface="HelveticaNowDisplay Bold" panose="020B0804030202020204" pitchFamily="34" charset="0"/>
                  <a:cs typeface="HelveticaNowDisplay Bold" panose="020B0804030202020204" pitchFamily="34" charset="0"/>
                </a:rPr>
                <a:t>, Dave</a:t>
              </a:r>
            </a:p>
          </p:txBody>
        </p:sp>
        <p:pic>
          <p:nvPicPr>
            <p:cNvPr id="45" name="Picture 44">
              <a:extLst>
                <a:ext uri="{FF2B5EF4-FFF2-40B4-BE49-F238E27FC236}">
                  <a16:creationId xmlns:a16="http://schemas.microsoft.com/office/drawing/2014/main" id="{BD67D6E8-B9F0-62F0-42F1-B2D01BEE413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25970" y="1357730"/>
              <a:ext cx="3201491" cy="4001864"/>
            </a:xfrm>
            <a:prstGeom prst="rect">
              <a:avLst/>
            </a:prstGeom>
          </p:spPr>
        </p:pic>
      </p:grpSp>
      <p:pic>
        <p:nvPicPr>
          <p:cNvPr id="48" name="Picture 47">
            <a:extLst>
              <a:ext uri="{FF2B5EF4-FFF2-40B4-BE49-F238E27FC236}">
                <a16:creationId xmlns:a16="http://schemas.microsoft.com/office/drawing/2014/main" id="{681B8B02-1E04-881C-2B8C-8D000CD3931A}"/>
              </a:ext>
            </a:extLst>
          </p:cNvPr>
          <p:cNvPicPr>
            <a:picLocks noChangeAspect="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484502" y="1836421"/>
            <a:ext cx="480060" cy="480060"/>
          </a:xfrm>
          <a:prstGeom prst="rect">
            <a:avLst/>
          </a:prstGeom>
        </p:spPr>
      </p:pic>
    </p:spTree>
    <p:extLst>
      <p:ext uri="{BB962C8B-B14F-4D97-AF65-F5344CB8AC3E}">
        <p14:creationId xmlns:p14="http://schemas.microsoft.com/office/powerpoint/2010/main" val="4086578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00B8FF"/>
            </a:gs>
            <a:gs pos="100000">
              <a:srgbClr val="002BFF"/>
            </a:gs>
          </a:gsLst>
          <a:lin ang="5400000" scaled="1"/>
        </a:gradFill>
        <a:effectLst/>
      </p:bgPr>
    </p:bg>
    <p:spTree>
      <p:nvGrpSpPr>
        <p:cNvPr id="1" name="">
          <a:extLst>
            <a:ext uri="{FF2B5EF4-FFF2-40B4-BE49-F238E27FC236}">
              <a16:creationId xmlns:a16="http://schemas.microsoft.com/office/drawing/2014/main" id="{6CDA2D6E-C27C-4C3F-FBBF-7F86A5D63C9F}"/>
            </a:ext>
          </a:extLst>
        </p:cNvPr>
        <p:cNvGrpSpPr/>
        <p:nvPr/>
      </p:nvGrpSpPr>
      <p:grpSpPr>
        <a:xfrm>
          <a:off x="0" y="0"/>
          <a:ext cx="0" cy="0"/>
          <a:chOff x="0" y="0"/>
          <a:chExt cx="0" cy="0"/>
        </a:xfrm>
      </p:grpSpPr>
      <p:sp>
        <p:nvSpPr>
          <p:cNvPr id="4" name="AutoShape 2" descr="Обои по теме Sony Playstation">
            <a:extLst>
              <a:ext uri="{FF2B5EF4-FFF2-40B4-BE49-F238E27FC236}">
                <a16:creationId xmlns:a16="http://schemas.microsoft.com/office/drawing/2014/main" id="{99E2E842-0A5D-9440-ACC9-3F5A48DC4E1F}"/>
              </a:ext>
            </a:extLst>
          </p:cNvPr>
          <p:cNvSpPr>
            <a:spLocks noChangeAspect="1" noChangeArrowheads="1"/>
          </p:cNvSpPr>
          <p:nvPr/>
        </p:nvSpPr>
        <p:spPr bwMode="auto">
          <a:xfrm>
            <a:off x="5943600" y="3276600"/>
            <a:ext cx="4937760" cy="4937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7" name="Picture 6">
            <a:extLst>
              <a:ext uri="{FF2B5EF4-FFF2-40B4-BE49-F238E27FC236}">
                <a16:creationId xmlns:a16="http://schemas.microsoft.com/office/drawing/2014/main" id="{ED339A7B-F5B6-8893-F538-46207104867D}"/>
              </a:ext>
            </a:extLst>
          </p:cNvPr>
          <p:cNvPicPr>
            <a:picLocks noGrp="1" noRot="1" noChangeAspect="1" noMove="1" noResize="1" noEditPoints="1" noAdjustHandles="1" noChangeArrowheads="1" noChangeShapeType="1" noCrop="1"/>
          </p:cNvPicPr>
          <p:nvPr/>
        </p:nvPicPr>
        <p:blipFill>
          <a:blip r:embed="rId2">
            <a:alphaModFix amt="23000"/>
            <a:extLst>
              <a:ext uri="{28A0092B-C50C-407E-A947-70E740481C1C}">
                <a14:useLocalDpi xmlns:a14="http://schemas.microsoft.com/office/drawing/2010/main" val="0"/>
              </a:ext>
            </a:extLst>
          </a:blip>
          <a:stretch>
            <a:fillRect/>
          </a:stretch>
        </p:blipFill>
        <p:spPr>
          <a:xfrm>
            <a:off x="0" y="-35561"/>
            <a:ext cx="12192000" cy="6893561"/>
          </a:xfrm>
          <a:prstGeom prst="rect">
            <a:avLst/>
          </a:prstGeom>
        </p:spPr>
      </p:pic>
      <p:grpSp>
        <p:nvGrpSpPr>
          <p:cNvPr id="6" name="Group 5">
            <a:extLst>
              <a:ext uri="{FF2B5EF4-FFF2-40B4-BE49-F238E27FC236}">
                <a16:creationId xmlns:a16="http://schemas.microsoft.com/office/drawing/2014/main" id="{ACE63137-3968-9C5F-19B5-A70DA309F56F}"/>
              </a:ext>
            </a:extLst>
          </p:cNvPr>
          <p:cNvGrpSpPr/>
          <p:nvPr/>
        </p:nvGrpSpPr>
        <p:grpSpPr>
          <a:xfrm>
            <a:off x="3338171" y="480061"/>
            <a:ext cx="5515658" cy="972175"/>
            <a:chOff x="3338171" y="957193"/>
            <a:chExt cx="5515658" cy="972175"/>
          </a:xfrm>
          <a:effectLst>
            <a:outerShdw blurRad="50800" dist="38100" dir="5400000" algn="t" rotWithShape="0">
              <a:prstClr val="black">
                <a:alpha val="40000"/>
              </a:prstClr>
            </a:outerShdw>
          </a:effectLst>
        </p:grpSpPr>
        <p:sp>
          <p:nvSpPr>
            <p:cNvPr id="2" name="TextBox 1">
              <a:extLst>
                <a:ext uri="{FF2B5EF4-FFF2-40B4-BE49-F238E27FC236}">
                  <a16:creationId xmlns:a16="http://schemas.microsoft.com/office/drawing/2014/main" id="{D817C7EB-ACE8-4719-6316-D1C183EB8455}"/>
                </a:ext>
              </a:extLst>
            </p:cNvPr>
            <p:cNvSpPr txBox="1"/>
            <p:nvPr/>
          </p:nvSpPr>
          <p:spPr>
            <a:xfrm>
              <a:off x="3338171" y="957193"/>
              <a:ext cx="5515658" cy="553998"/>
            </a:xfrm>
            <a:prstGeom prst="rect">
              <a:avLst/>
            </a:prstGeom>
            <a:noFill/>
          </p:spPr>
          <p:txBody>
            <a:bodyPr wrap="square" rtlCol="0">
              <a:spAutoFit/>
            </a:bodyPr>
            <a:lstStyle/>
            <a:p>
              <a:r>
                <a:rPr lang="en-US" sz="3000" b="1" dirty="0">
                  <a:solidFill>
                    <a:schemeClr val="bg1"/>
                  </a:solidFill>
                  <a:latin typeface="HelveticaNowDisplay Bold" panose="020B0804030202020204" pitchFamily="34" charset="0"/>
                  <a:cs typeface="HelveticaNowDisplay Bold" panose="020B0804030202020204" pitchFamily="34" charset="0"/>
                </a:rPr>
                <a:t>Welcome to our presentation.</a:t>
              </a:r>
              <a:endParaRPr lang="en-PH" sz="3000" b="1" dirty="0">
                <a:solidFill>
                  <a:schemeClr val="bg1"/>
                </a:solidFill>
                <a:latin typeface="HelveticaNowDisplay Bold" panose="020B0804030202020204" pitchFamily="34" charset="0"/>
                <a:cs typeface="HelveticaNowDisplay Bold" panose="020B0804030202020204" pitchFamily="34" charset="0"/>
              </a:endParaRPr>
            </a:p>
          </p:txBody>
        </p:sp>
        <p:sp>
          <p:nvSpPr>
            <p:cNvPr id="3" name="TextBox 2">
              <a:extLst>
                <a:ext uri="{FF2B5EF4-FFF2-40B4-BE49-F238E27FC236}">
                  <a16:creationId xmlns:a16="http://schemas.microsoft.com/office/drawing/2014/main" id="{08A9F4D5-670D-CC81-C2C5-8EDC1C0D99AC}"/>
                </a:ext>
              </a:extLst>
            </p:cNvPr>
            <p:cNvSpPr txBox="1"/>
            <p:nvPr/>
          </p:nvSpPr>
          <p:spPr>
            <a:xfrm>
              <a:off x="4511072" y="1560036"/>
              <a:ext cx="2865056" cy="369332"/>
            </a:xfrm>
            <a:prstGeom prst="rect">
              <a:avLst/>
            </a:prstGeom>
            <a:noFill/>
          </p:spPr>
          <p:txBody>
            <a:bodyPr wrap="square" rtlCol="0">
              <a:spAutoFit/>
            </a:bodyPr>
            <a:lstStyle/>
            <a:p>
              <a:r>
                <a:rPr lang="en-US" dirty="0">
                  <a:solidFill>
                    <a:schemeClr val="bg1"/>
                  </a:solidFill>
                </a:rPr>
                <a:t>Who’s reporting for today?</a:t>
              </a:r>
              <a:endParaRPr lang="en-PH" dirty="0">
                <a:solidFill>
                  <a:schemeClr val="bg1"/>
                </a:solidFill>
              </a:endParaRPr>
            </a:p>
          </p:txBody>
        </p:sp>
      </p:grpSp>
      <p:grpSp>
        <p:nvGrpSpPr>
          <p:cNvPr id="38" name="Group 37">
            <a:extLst>
              <a:ext uri="{FF2B5EF4-FFF2-40B4-BE49-F238E27FC236}">
                <a16:creationId xmlns:a16="http://schemas.microsoft.com/office/drawing/2014/main" id="{6798E965-9C32-2EB7-90BF-219E5E575816}"/>
              </a:ext>
            </a:extLst>
          </p:cNvPr>
          <p:cNvGrpSpPr/>
          <p:nvPr/>
        </p:nvGrpSpPr>
        <p:grpSpPr>
          <a:xfrm>
            <a:off x="0" y="1376502"/>
            <a:ext cx="3311079" cy="4138849"/>
            <a:chOff x="2066871" y="1327907"/>
            <a:chExt cx="3311079" cy="4138849"/>
          </a:xfrm>
        </p:grpSpPr>
        <p:sp>
          <p:nvSpPr>
            <p:cNvPr id="14" name="TextBox 13">
              <a:extLst>
                <a:ext uri="{FF2B5EF4-FFF2-40B4-BE49-F238E27FC236}">
                  <a16:creationId xmlns:a16="http://schemas.microsoft.com/office/drawing/2014/main" id="{C2FBD943-161A-FFA0-CD1C-7C6D2CF205E1}"/>
                </a:ext>
              </a:extLst>
            </p:cNvPr>
            <p:cNvSpPr txBox="1"/>
            <p:nvPr/>
          </p:nvSpPr>
          <p:spPr>
            <a:xfrm>
              <a:off x="2923653" y="4315687"/>
              <a:ext cx="165595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dirty="0">
                  <a:solidFill>
                    <a:schemeClr val="bg1"/>
                  </a:solidFill>
                  <a:latin typeface="HelveticaNowDisplay Bold" panose="020B0804030202020204" pitchFamily="34" charset="0"/>
                  <a:cs typeface="HelveticaNowDisplay Bold" panose="020B0804030202020204" pitchFamily="34" charset="0"/>
                </a:rPr>
                <a:t>Bulaong, Ross</a:t>
              </a:r>
              <a:endParaRPr lang="en-PH" b="1" dirty="0">
                <a:solidFill>
                  <a:schemeClr val="bg1"/>
                </a:solidFill>
                <a:latin typeface="HelveticaNowDisplay Bold" panose="020B0804030202020204" pitchFamily="34" charset="0"/>
                <a:cs typeface="HelveticaNowDisplay Bold" panose="020B0804030202020204" pitchFamily="34" charset="0"/>
              </a:endParaRPr>
            </a:p>
          </p:txBody>
        </p:sp>
        <p:pic>
          <p:nvPicPr>
            <p:cNvPr id="29" name="Picture 28">
              <a:extLst>
                <a:ext uri="{FF2B5EF4-FFF2-40B4-BE49-F238E27FC236}">
                  <a16:creationId xmlns:a16="http://schemas.microsoft.com/office/drawing/2014/main" id="{6952A98E-DAE3-976E-676C-9DDE529D5F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6871" y="1327907"/>
              <a:ext cx="3311079" cy="4138849"/>
            </a:xfrm>
            <a:prstGeom prst="rect">
              <a:avLst/>
            </a:prstGeom>
          </p:spPr>
        </p:pic>
      </p:grpSp>
      <p:grpSp>
        <p:nvGrpSpPr>
          <p:cNvPr id="42" name="Group 41">
            <a:extLst>
              <a:ext uri="{FF2B5EF4-FFF2-40B4-BE49-F238E27FC236}">
                <a16:creationId xmlns:a16="http://schemas.microsoft.com/office/drawing/2014/main" id="{C0AD9B50-86DF-7A6C-5EF3-3258773D1C3D}"/>
              </a:ext>
            </a:extLst>
          </p:cNvPr>
          <p:cNvGrpSpPr/>
          <p:nvPr/>
        </p:nvGrpSpPr>
        <p:grpSpPr>
          <a:xfrm>
            <a:off x="1796896" y="805655"/>
            <a:ext cx="3942272" cy="4927839"/>
            <a:chOff x="3849755" y="745559"/>
            <a:chExt cx="3942272" cy="4927839"/>
          </a:xfrm>
        </p:grpSpPr>
        <p:sp>
          <p:nvSpPr>
            <p:cNvPr id="18" name="TextBox 17">
              <a:extLst>
                <a:ext uri="{FF2B5EF4-FFF2-40B4-BE49-F238E27FC236}">
                  <a16:creationId xmlns:a16="http://schemas.microsoft.com/office/drawing/2014/main" id="{1038A141-4AF4-FE50-C37E-63329AD7B1A7}"/>
                </a:ext>
              </a:extLst>
            </p:cNvPr>
            <p:cNvSpPr txBox="1"/>
            <p:nvPr/>
          </p:nvSpPr>
          <p:spPr>
            <a:xfrm>
              <a:off x="4910266" y="4291867"/>
              <a:ext cx="1929689"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dirty="0">
                  <a:solidFill>
                    <a:schemeClr val="bg1"/>
                  </a:solidFill>
                  <a:latin typeface="HelveticaNowDisplay Bold" panose="020B0804030202020204" pitchFamily="34" charset="0"/>
                  <a:cs typeface="HelveticaNowDisplay Bold" panose="020B0804030202020204" pitchFamily="34" charset="0"/>
                </a:rPr>
                <a:t>Esguerra, Serge</a:t>
              </a:r>
              <a:endParaRPr lang="en-PH" b="1" dirty="0">
                <a:solidFill>
                  <a:schemeClr val="bg1"/>
                </a:solidFill>
                <a:latin typeface="HelveticaNowDisplay Bold" panose="020B0804030202020204" pitchFamily="34" charset="0"/>
                <a:cs typeface="HelveticaNowDisplay Bold" panose="020B0804030202020204" pitchFamily="34" charset="0"/>
              </a:endParaRPr>
            </a:p>
          </p:txBody>
        </p:sp>
        <p:pic>
          <p:nvPicPr>
            <p:cNvPr id="31" name="Picture 30">
              <a:extLst>
                <a:ext uri="{FF2B5EF4-FFF2-40B4-BE49-F238E27FC236}">
                  <a16:creationId xmlns:a16="http://schemas.microsoft.com/office/drawing/2014/main" id="{C71454DE-228A-EB8E-AEDB-C414029004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49755" y="745559"/>
              <a:ext cx="3942272" cy="4927839"/>
            </a:xfrm>
            <a:prstGeom prst="rect">
              <a:avLst/>
            </a:prstGeom>
          </p:spPr>
        </p:pic>
      </p:grpSp>
      <p:grpSp>
        <p:nvGrpSpPr>
          <p:cNvPr id="43" name="Group 42">
            <a:extLst>
              <a:ext uri="{FF2B5EF4-FFF2-40B4-BE49-F238E27FC236}">
                <a16:creationId xmlns:a16="http://schemas.microsoft.com/office/drawing/2014/main" id="{30DCA1D6-AA1D-DCBE-2D13-7000506EE42B}"/>
              </a:ext>
            </a:extLst>
          </p:cNvPr>
          <p:cNvGrpSpPr/>
          <p:nvPr/>
        </p:nvGrpSpPr>
        <p:grpSpPr>
          <a:xfrm>
            <a:off x="6512285" y="1502762"/>
            <a:ext cx="3047194" cy="3808992"/>
            <a:chOff x="8579156" y="1454167"/>
            <a:chExt cx="3047194" cy="3808992"/>
          </a:xfrm>
        </p:grpSpPr>
        <p:grpSp>
          <p:nvGrpSpPr>
            <p:cNvPr id="23" name="Group 22">
              <a:extLst>
                <a:ext uri="{FF2B5EF4-FFF2-40B4-BE49-F238E27FC236}">
                  <a16:creationId xmlns:a16="http://schemas.microsoft.com/office/drawing/2014/main" id="{C2457F91-EEE9-DB98-5001-64EE71FDBD1F}"/>
                </a:ext>
              </a:extLst>
            </p:cNvPr>
            <p:cNvGrpSpPr/>
            <p:nvPr/>
          </p:nvGrpSpPr>
          <p:grpSpPr>
            <a:xfrm>
              <a:off x="8963893" y="2987953"/>
              <a:ext cx="2354457" cy="1698325"/>
              <a:chOff x="739413" y="2998113"/>
              <a:chExt cx="2354457" cy="1698325"/>
            </a:xfrm>
            <a:effectLst>
              <a:outerShdw blurRad="50800" dist="38100" dir="5400000" algn="t" rotWithShape="0">
                <a:prstClr val="black">
                  <a:alpha val="40000"/>
                </a:prstClr>
              </a:outerShdw>
            </a:effectLst>
          </p:grpSpPr>
          <p:sp>
            <p:nvSpPr>
              <p:cNvPr id="25" name="TextBox 24">
                <a:extLst>
                  <a:ext uri="{FF2B5EF4-FFF2-40B4-BE49-F238E27FC236}">
                    <a16:creationId xmlns:a16="http://schemas.microsoft.com/office/drawing/2014/main" id="{1E6A1F9F-4771-AF22-44E2-75B382D0E685}"/>
                  </a:ext>
                </a:extLst>
              </p:cNvPr>
              <p:cNvSpPr txBox="1"/>
              <p:nvPr/>
            </p:nvSpPr>
            <p:spPr>
              <a:xfrm>
                <a:off x="1512328" y="2998113"/>
                <a:ext cx="505621" cy="861774"/>
              </a:xfrm>
              <a:prstGeom prst="rect">
                <a:avLst/>
              </a:prstGeom>
              <a:noFill/>
            </p:spPr>
            <p:txBody>
              <a:bodyPr wrap="square" rtlCol="0">
                <a:spAutoFit/>
              </a:bodyPr>
              <a:lstStyle/>
              <a:p>
                <a:endParaRPr lang="en-PH" sz="5000" b="1" dirty="0">
                  <a:solidFill>
                    <a:schemeClr val="bg1"/>
                  </a:solidFill>
                </a:endParaRPr>
              </a:p>
            </p:txBody>
          </p:sp>
          <p:sp>
            <p:nvSpPr>
              <p:cNvPr id="26" name="TextBox 25">
                <a:extLst>
                  <a:ext uri="{FF2B5EF4-FFF2-40B4-BE49-F238E27FC236}">
                    <a16:creationId xmlns:a16="http://schemas.microsoft.com/office/drawing/2014/main" id="{E7B8E330-6264-EBF9-A150-8EEA515F1D9B}"/>
                  </a:ext>
                </a:extLst>
              </p:cNvPr>
              <p:cNvSpPr txBox="1"/>
              <p:nvPr/>
            </p:nvSpPr>
            <p:spPr>
              <a:xfrm>
                <a:off x="739413" y="4327106"/>
                <a:ext cx="2354457" cy="369332"/>
              </a:xfrm>
              <a:prstGeom prst="rect">
                <a:avLst/>
              </a:prstGeom>
              <a:noFill/>
            </p:spPr>
            <p:txBody>
              <a:bodyPr wrap="square" rtlCol="0">
                <a:spAutoFit/>
              </a:bodyPr>
              <a:lstStyle/>
              <a:p>
                <a:r>
                  <a:rPr lang="en-PH" b="1" dirty="0">
                    <a:solidFill>
                      <a:schemeClr val="bg1"/>
                    </a:solidFill>
                    <a:latin typeface="HelveticaNowDisplay Bold" panose="020B0804030202020204" pitchFamily="34" charset="0"/>
                    <a:cs typeface="HelveticaNowDisplay Bold" panose="020B0804030202020204" pitchFamily="34" charset="0"/>
                  </a:rPr>
                  <a:t>Palomares, Charles</a:t>
                </a:r>
              </a:p>
            </p:txBody>
          </p:sp>
        </p:grpSp>
        <p:pic>
          <p:nvPicPr>
            <p:cNvPr id="37" name="Picture 36">
              <a:extLst>
                <a:ext uri="{FF2B5EF4-FFF2-40B4-BE49-F238E27FC236}">
                  <a16:creationId xmlns:a16="http://schemas.microsoft.com/office/drawing/2014/main" id="{EA1BC137-0888-5C4A-00E2-DBD37357303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79156" y="1454167"/>
              <a:ext cx="3047194" cy="3808992"/>
            </a:xfrm>
            <a:prstGeom prst="rect">
              <a:avLst/>
            </a:prstGeom>
          </p:spPr>
        </p:pic>
      </p:grpSp>
      <p:grpSp>
        <p:nvGrpSpPr>
          <p:cNvPr id="46" name="Group 45">
            <a:extLst>
              <a:ext uri="{FF2B5EF4-FFF2-40B4-BE49-F238E27FC236}">
                <a16:creationId xmlns:a16="http://schemas.microsoft.com/office/drawing/2014/main" id="{EC731101-8234-A1F1-0934-8BD8ADC47356}"/>
              </a:ext>
            </a:extLst>
          </p:cNvPr>
          <p:cNvGrpSpPr/>
          <p:nvPr/>
        </p:nvGrpSpPr>
        <p:grpSpPr>
          <a:xfrm>
            <a:off x="4259099" y="1406325"/>
            <a:ext cx="3201491" cy="4001864"/>
            <a:chOff x="6325970" y="1357730"/>
            <a:chExt cx="3201491" cy="4001864"/>
          </a:xfrm>
        </p:grpSpPr>
        <p:sp>
          <p:nvSpPr>
            <p:cNvPr id="22" name="TextBox 21">
              <a:extLst>
                <a:ext uri="{FF2B5EF4-FFF2-40B4-BE49-F238E27FC236}">
                  <a16:creationId xmlns:a16="http://schemas.microsoft.com/office/drawing/2014/main" id="{CB10E49B-5E80-F0D7-3C60-D539CE3E12B3}"/>
                </a:ext>
              </a:extLst>
            </p:cNvPr>
            <p:cNvSpPr txBox="1"/>
            <p:nvPr/>
          </p:nvSpPr>
          <p:spPr>
            <a:xfrm>
              <a:off x="7032922" y="4315687"/>
              <a:ext cx="185672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PH" b="1" dirty="0" err="1">
                  <a:solidFill>
                    <a:schemeClr val="bg1"/>
                  </a:solidFill>
                  <a:latin typeface="HelveticaNowDisplay Bold" panose="020B0804030202020204" pitchFamily="34" charset="0"/>
                  <a:cs typeface="HelveticaNowDisplay Bold" panose="020B0804030202020204" pitchFamily="34" charset="0"/>
                </a:rPr>
                <a:t>Madriago</a:t>
              </a:r>
              <a:r>
                <a:rPr lang="en-PH" b="1" dirty="0">
                  <a:solidFill>
                    <a:schemeClr val="bg1"/>
                  </a:solidFill>
                  <a:latin typeface="HelveticaNowDisplay Bold" panose="020B0804030202020204" pitchFamily="34" charset="0"/>
                  <a:cs typeface="HelveticaNowDisplay Bold" panose="020B0804030202020204" pitchFamily="34" charset="0"/>
                </a:rPr>
                <a:t>, Dave</a:t>
              </a:r>
            </a:p>
          </p:txBody>
        </p:sp>
        <p:pic>
          <p:nvPicPr>
            <p:cNvPr id="45" name="Picture 44">
              <a:extLst>
                <a:ext uri="{FF2B5EF4-FFF2-40B4-BE49-F238E27FC236}">
                  <a16:creationId xmlns:a16="http://schemas.microsoft.com/office/drawing/2014/main" id="{8A235952-1FBA-2ED3-3D77-D58A49EB365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25970" y="1357730"/>
              <a:ext cx="3201491" cy="4001864"/>
            </a:xfrm>
            <a:prstGeom prst="rect">
              <a:avLst/>
            </a:prstGeom>
          </p:spPr>
        </p:pic>
      </p:grpSp>
      <p:pic>
        <p:nvPicPr>
          <p:cNvPr id="48" name="Picture 47">
            <a:extLst>
              <a:ext uri="{FF2B5EF4-FFF2-40B4-BE49-F238E27FC236}">
                <a16:creationId xmlns:a16="http://schemas.microsoft.com/office/drawing/2014/main" id="{80473CF8-983C-4FCD-03D0-F71D83C63022}"/>
              </a:ext>
            </a:extLst>
          </p:cNvPr>
          <p:cNvPicPr>
            <a:picLocks noChangeAspect="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545059" y="1772276"/>
            <a:ext cx="480060" cy="480060"/>
          </a:xfrm>
          <a:prstGeom prst="rect">
            <a:avLst/>
          </a:prstGeom>
        </p:spPr>
      </p:pic>
      <p:grpSp>
        <p:nvGrpSpPr>
          <p:cNvPr id="30" name="Group 29">
            <a:extLst>
              <a:ext uri="{FF2B5EF4-FFF2-40B4-BE49-F238E27FC236}">
                <a16:creationId xmlns:a16="http://schemas.microsoft.com/office/drawing/2014/main" id="{AB4384C0-B51C-D844-9B7A-9C7BD0D1FC22}"/>
              </a:ext>
            </a:extLst>
          </p:cNvPr>
          <p:cNvGrpSpPr/>
          <p:nvPr/>
        </p:nvGrpSpPr>
        <p:grpSpPr>
          <a:xfrm>
            <a:off x="8706026" y="1444995"/>
            <a:ext cx="3201490" cy="4001861"/>
            <a:chOff x="8706026" y="1444995"/>
            <a:chExt cx="3201490" cy="4001861"/>
          </a:xfrm>
        </p:grpSpPr>
        <p:grpSp>
          <p:nvGrpSpPr>
            <p:cNvPr id="19" name="Group 18">
              <a:extLst>
                <a:ext uri="{FF2B5EF4-FFF2-40B4-BE49-F238E27FC236}">
                  <a16:creationId xmlns:a16="http://schemas.microsoft.com/office/drawing/2014/main" id="{96B87FF4-3DC2-6902-4318-9C9DB25B5CBE}"/>
                </a:ext>
              </a:extLst>
            </p:cNvPr>
            <p:cNvGrpSpPr/>
            <p:nvPr/>
          </p:nvGrpSpPr>
          <p:grpSpPr>
            <a:xfrm>
              <a:off x="9537807" y="3058290"/>
              <a:ext cx="1706618" cy="1675324"/>
              <a:chOff x="1164640" y="2998113"/>
              <a:chExt cx="1706618" cy="1675324"/>
            </a:xfrm>
            <a:effectLst>
              <a:outerShdw blurRad="50800" dist="38100" dir="5400000" algn="t" rotWithShape="0">
                <a:prstClr val="black">
                  <a:alpha val="40000"/>
                </a:prstClr>
              </a:outerShdw>
            </a:effectLst>
          </p:grpSpPr>
          <p:sp>
            <p:nvSpPr>
              <p:cNvPr id="21" name="TextBox 20">
                <a:extLst>
                  <a:ext uri="{FF2B5EF4-FFF2-40B4-BE49-F238E27FC236}">
                    <a16:creationId xmlns:a16="http://schemas.microsoft.com/office/drawing/2014/main" id="{878C6E21-9FC3-3686-D0D7-5440810DED9D}"/>
                  </a:ext>
                </a:extLst>
              </p:cNvPr>
              <p:cNvSpPr txBox="1"/>
              <p:nvPr/>
            </p:nvSpPr>
            <p:spPr>
              <a:xfrm>
                <a:off x="1512328" y="2998113"/>
                <a:ext cx="505621" cy="861774"/>
              </a:xfrm>
              <a:prstGeom prst="rect">
                <a:avLst/>
              </a:prstGeom>
              <a:noFill/>
            </p:spPr>
            <p:txBody>
              <a:bodyPr wrap="square" rtlCol="0">
                <a:spAutoFit/>
              </a:bodyPr>
              <a:lstStyle/>
              <a:p>
                <a:endParaRPr lang="en-PH" sz="5000" b="1" dirty="0">
                  <a:solidFill>
                    <a:schemeClr val="bg1"/>
                  </a:solidFill>
                </a:endParaRPr>
              </a:p>
            </p:txBody>
          </p:sp>
          <p:sp>
            <p:nvSpPr>
              <p:cNvPr id="24" name="TextBox 23">
                <a:extLst>
                  <a:ext uri="{FF2B5EF4-FFF2-40B4-BE49-F238E27FC236}">
                    <a16:creationId xmlns:a16="http://schemas.microsoft.com/office/drawing/2014/main" id="{2F8A4B3C-80B9-C613-8774-E68AB2E8E210}"/>
                  </a:ext>
                </a:extLst>
              </p:cNvPr>
              <p:cNvSpPr txBox="1"/>
              <p:nvPr/>
            </p:nvSpPr>
            <p:spPr>
              <a:xfrm>
                <a:off x="1164640" y="4304105"/>
                <a:ext cx="1706618" cy="369332"/>
              </a:xfrm>
              <a:prstGeom prst="rect">
                <a:avLst/>
              </a:prstGeom>
              <a:noFill/>
            </p:spPr>
            <p:txBody>
              <a:bodyPr wrap="square" rtlCol="0">
                <a:spAutoFit/>
              </a:bodyPr>
              <a:lstStyle/>
              <a:p>
                <a:r>
                  <a:rPr lang="en-PH" b="1" dirty="0">
                    <a:solidFill>
                      <a:schemeClr val="bg1"/>
                    </a:solidFill>
                    <a:latin typeface="HelveticaNowDisplay Bold" panose="020B0804030202020204" pitchFamily="34" charset="0"/>
                    <a:cs typeface="HelveticaNowDisplay Bold" panose="020B0804030202020204" pitchFamily="34" charset="0"/>
                  </a:rPr>
                  <a:t>Reyes, Jamie</a:t>
                </a:r>
              </a:p>
            </p:txBody>
          </p:sp>
        </p:grpSp>
        <p:pic>
          <p:nvPicPr>
            <p:cNvPr id="28" name="Picture 27">
              <a:extLst>
                <a:ext uri="{FF2B5EF4-FFF2-40B4-BE49-F238E27FC236}">
                  <a16:creationId xmlns:a16="http://schemas.microsoft.com/office/drawing/2014/main" id="{26721D16-A16C-41E6-4143-06F0160885B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706026" y="1444995"/>
              <a:ext cx="3201490" cy="4001861"/>
            </a:xfrm>
            <a:prstGeom prst="rect">
              <a:avLst/>
            </a:prstGeom>
          </p:spPr>
        </p:pic>
      </p:grpSp>
    </p:spTree>
    <p:extLst>
      <p:ext uri="{BB962C8B-B14F-4D97-AF65-F5344CB8AC3E}">
        <p14:creationId xmlns:p14="http://schemas.microsoft.com/office/powerpoint/2010/main" val="34776300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00B8FF"/>
            </a:gs>
            <a:gs pos="100000">
              <a:srgbClr val="002BFF"/>
            </a:gs>
          </a:gsLst>
          <a:lin ang="5400000" scaled="1"/>
        </a:gradFill>
        <a:effectLst/>
      </p:bgPr>
    </p:bg>
    <p:spTree>
      <p:nvGrpSpPr>
        <p:cNvPr id="1" name="">
          <a:extLst>
            <a:ext uri="{FF2B5EF4-FFF2-40B4-BE49-F238E27FC236}">
              <a16:creationId xmlns:a16="http://schemas.microsoft.com/office/drawing/2014/main" id="{1DC15287-2DDE-39E6-4104-588417E56203}"/>
            </a:ext>
          </a:extLst>
        </p:cNvPr>
        <p:cNvGrpSpPr/>
        <p:nvPr/>
      </p:nvGrpSpPr>
      <p:grpSpPr>
        <a:xfrm>
          <a:off x="0" y="0"/>
          <a:ext cx="0" cy="0"/>
          <a:chOff x="0" y="0"/>
          <a:chExt cx="0" cy="0"/>
        </a:xfrm>
      </p:grpSpPr>
      <p:sp>
        <p:nvSpPr>
          <p:cNvPr id="4" name="AutoShape 2" descr="Обои по теме Sony Playstation">
            <a:extLst>
              <a:ext uri="{FF2B5EF4-FFF2-40B4-BE49-F238E27FC236}">
                <a16:creationId xmlns:a16="http://schemas.microsoft.com/office/drawing/2014/main" id="{93DB6F05-8D8A-538D-9063-F37503944A68}"/>
              </a:ext>
            </a:extLst>
          </p:cNvPr>
          <p:cNvSpPr>
            <a:spLocks noChangeAspect="1" noChangeArrowheads="1"/>
          </p:cNvSpPr>
          <p:nvPr/>
        </p:nvSpPr>
        <p:spPr bwMode="auto">
          <a:xfrm>
            <a:off x="5943600" y="3276600"/>
            <a:ext cx="4937760" cy="4937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7" name="Picture 6">
            <a:extLst>
              <a:ext uri="{FF2B5EF4-FFF2-40B4-BE49-F238E27FC236}">
                <a16:creationId xmlns:a16="http://schemas.microsoft.com/office/drawing/2014/main" id="{73EB8A4B-8A29-499A-8D0C-45E73E0E052E}"/>
              </a:ext>
            </a:extLst>
          </p:cNvPr>
          <p:cNvPicPr>
            <a:picLocks noGrp="1" noRot="1" noChangeAspect="1" noMove="1" noResize="1" noEditPoints="1" noAdjustHandles="1" noChangeArrowheads="1" noChangeShapeType="1" noCrop="1"/>
          </p:cNvPicPr>
          <p:nvPr/>
        </p:nvPicPr>
        <p:blipFill>
          <a:blip r:embed="rId2">
            <a:alphaModFix amt="23000"/>
            <a:extLst>
              <a:ext uri="{28A0092B-C50C-407E-A947-70E740481C1C}">
                <a14:useLocalDpi xmlns:a14="http://schemas.microsoft.com/office/drawing/2010/main" val="0"/>
              </a:ext>
            </a:extLst>
          </a:blip>
          <a:stretch>
            <a:fillRect/>
          </a:stretch>
        </p:blipFill>
        <p:spPr>
          <a:xfrm>
            <a:off x="0" y="-35561"/>
            <a:ext cx="12192000" cy="6893561"/>
          </a:xfrm>
          <a:prstGeom prst="rect">
            <a:avLst/>
          </a:prstGeom>
        </p:spPr>
      </p:pic>
      <p:grpSp>
        <p:nvGrpSpPr>
          <p:cNvPr id="6" name="Group 5">
            <a:extLst>
              <a:ext uri="{FF2B5EF4-FFF2-40B4-BE49-F238E27FC236}">
                <a16:creationId xmlns:a16="http://schemas.microsoft.com/office/drawing/2014/main" id="{CE37E006-967B-AEA2-7204-A36767524FEB}"/>
              </a:ext>
            </a:extLst>
          </p:cNvPr>
          <p:cNvGrpSpPr/>
          <p:nvPr/>
        </p:nvGrpSpPr>
        <p:grpSpPr>
          <a:xfrm>
            <a:off x="3338171" y="480061"/>
            <a:ext cx="5515658" cy="972175"/>
            <a:chOff x="3338171" y="957193"/>
            <a:chExt cx="5515658" cy="972175"/>
          </a:xfrm>
          <a:effectLst>
            <a:outerShdw blurRad="50800" dist="38100" dir="5400000" algn="t" rotWithShape="0">
              <a:prstClr val="black">
                <a:alpha val="40000"/>
              </a:prstClr>
            </a:outerShdw>
          </a:effectLst>
        </p:grpSpPr>
        <p:sp>
          <p:nvSpPr>
            <p:cNvPr id="2" name="TextBox 1">
              <a:extLst>
                <a:ext uri="{FF2B5EF4-FFF2-40B4-BE49-F238E27FC236}">
                  <a16:creationId xmlns:a16="http://schemas.microsoft.com/office/drawing/2014/main" id="{B8D2AEED-3969-3DA5-0336-1CC9915222C1}"/>
                </a:ext>
              </a:extLst>
            </p:cNvPr>
            <p:cNvSpPr txBox="1"/>
            <p:nvPr/>
          </p:nvSpPr>
          <p:spPr>
            <a:xfrm>
              <a:off x="3338171" y="957193"/>
              <a:ext cx="5515658" cy="553998"/>
            </a:xfrm>
            <a:prstGeom prst="rect">
              <a:avLst/>
            </a:prstGeom>
            <a:noFill/>
          </p:spPr>
          <p:txBody>
            <a:bodyPr wrap="square" rtlCol="0">
              <a:spAutoFit/>
            </a:bodyPr>
            <a:lstStyle/>
            <a:p>
              <a:r>
                <a:rPr lang="en-US" sz="3000" b="1" dirty="0">
                  <a:solidFill>
                    <a:schemeClr val="bg1"/>
                  </a:solidFill>
                  <a:latin typeface="HelveticaNowDisplay Bold" panose="020B0804030202020204" pitchFamily="34" charset="0"/>
                  <a:cs typeface="HelveticaNowDisplay Bold" panose="020B0804030202020204" pitchFamily="34" charset="0"/>
                </a:rPr>
                <a:t>Welcome to our presentation.</a:t>
              </a:r>
              <a:endParaRPr lang="en-PH" sz="3000" b="1" dirty="0">
                <a:solidFill>
                  <a:schemeClr val="bg1"/>
                </a:solidFill>
                <a:latin typeface="HelveticaNowDisplay Bold" panose="020B0804030202020204" pitchFamily="34" charset="0"/>
                <a:cs typeface="HelveticaNowDisplay Bold" panose="020B0804030202020204" pitchFamily="34" charset="0"/>
              </a:endParaRPr>
            </a:p>
          </p:txBody>
        </p:sp>
        <p:sp>
          <p:nvSpPr>
            <p:cNvPr id="3" name="TextBox 2">
              <a:extLst>
                <a:ext uri="{FF2B5EF4-FFF2-40B4-BE49-F238E27FC236}">
                  <a16:creationId xmlns:a16="http://schemas.microsoft.com/office/drawing/2014/main" id="{3D26FE92-DED9-66EC-6132-89267D34C5DB}"/>
                </a:ext>
              </a:extLst>
            </p:cNvPr>
            <p:cNvSpPr txBox="1"/>
            <p:nvPr/>
          </p:nvSpPr>
          <p:spPr>
            <a:xfrm>
              <a:off x="4511072" y="1560036"/>
              <a:ext cx="2865056" cy="369332"/>
            </a:xfrm>
            <a:prstGeom prst="rect">
              <a:avLst/>
            </a:prstGeom>
            <a:noFill/>
          </p:spPr>
          <p:txBody>
            <a:bodyPr wrap="square" rtlCol="0">
              <a:spAutoFit/>
            </a:bodyPr>
            <a:lstStyle/>
            <a:p>
              <a:r>
                <a:rPr lang="en-US" dirty="0">
                  <a:solidFill>
                    <a:schemeClr val="bg1"/>
                  </a:solidFill>
                </a:rPr>
                <a:t>Who’s reporting for today?</a:t>
              </a:r>
              <a:endParaRPr lang="en-PH" dirty="0">
                <a:solidFill>
                  <a:schemeClr val="bg1"/>
                </a:solidFill>
              </a:endParaRPr>
            </a:p>
          </p:txBody>
        </p:sp>
      </p:grpSp>
      <p:grpSp>
        <p:nvGrpSpPr>
          <p:cNvPr id="42" name="Group 41">
            <a:extLst>
              <a:ext uri="{FF2B5EF4-FFF2-40B4-BE49-F238E27FC236}">
                <a16:creationId xmlns:a16="http://schemas.microsoft.com/office/drawing/2014/main" id="{9D14DAD2-C510-F6FF-7A42-22B08457A42B}"/>
              </a:ext>
            </a:extLst>
          </p:cNvPr>
          <p:cNvGrpSpPr/>
          <p:nvPr/>
        </p:nvGrpSpPr>
        <p:grpSpPr>
          <a:xfrm>
            <a:off x="125953" y="1295439"/>
            <a:ext cx="3583726" cy="4479657"/>
            <a:chOff x="3956812" y="1129075"/>
            <a:chExt cx="3583726" cy="4479657"/>
          </a:xfrm>
        </p:grpSpPr>
        <p:sp>
          <p:nvSpPr>
            <p:cNvPr id="18" name="TextBox 17">
              <a:extLst>
                <a:ext uri="{FF2B5EF4-FFF2-40B4-BE49-F238E27FC236}">
                  <a16:creationId xmlns:a16="http://schemas.microsoft.com/office/drawing/2014/main" id="{34347818-8819-0A83-5462-CB77D6D95A62}"/>
                </a:ext>
              </a:extLst>
            </p:cNvPr>
            <p:cNvSpPr txBox="1"/>
            <p:nvPr/>
          </p:nvSpPr>
          <p:spPr>
            <a:xfrm>
              <a:off x="4910266" y="4291867"/>
              <a:ext cx="1929689"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dirty="0">
                  <a:solidFill>
                    <a:schemeClr val="bg1"/>
                  </a:solidFill>
                  <a:latin typeface="HelveticaNowDisplay Bold" panose="020B0804030202020204" pitchFamily="34" charset="0"/>
                  <a:cs typeface="HelveticaNowDisplay Bold" panose="020B0804030202020204" pitchFamily="34" charset="0"/>
                </a:rPr>
                <a:t>Esguerra, Serge</a:t>
              </a:r>
              <a:endParaRPr lang="en-PH" b="1" dirty="0">
                <a:solidFill>
                  <a:schemeClr val="bg1"/>
                </a:solidFill>
                <a:latin typeface="HelveticaNowDisplay Bold" panose="020B0804030202020204" pitchFamily="34" charset="0"/>
                <a:cs typeface="HelveticaNowDisplay Bold" panose="020B0804030202020204" pitchFamily="34" charset="0"/>
              </a:endParaRPr>
            </a:p>
          </p:txBody>
        </p:sp>
        <p:pic>
          <p:nvPicPr>
            <p:cNvPr id="31" name="Picture 30">
              <a:extLst>
                <a:ext uri="{FF2B5EF4-FFF2-40B4-BE49-F238E27FC236}">
                  <a16:creationId xmlns:a16="http://schemas.microsoft.com/office/drawing/2014/main" id="{E910AB05-9165-5809-259D-37FE0029D2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6812" y="1129075"/>
              <a:ext cx="3583726" cy="4479657"/>
            </a:xfrm>
            <a:prstGeom prst="rect">
              <a:avLst/>
            </a:prstGeom>
          </p:spPr>
        </p:pic>
      </p:grpSp>
      <p:grpSp>
        <p:nvGrpSpPr>
          <p:cNvPr id="43" name="Group 42">
            <a:extLst>
              <a:ext uri="{FF2B5EF4-FFF2-40B4-BE49-F238E27FC236}">
                <a16:creationId xmlns:a16="http://schemas.microsoft.com/office/drawing/2014/main" id="{19A8D9AF-1AA3-0BE1-6736-22852479A23B}"/>
              </a:ext>
            </a:extLst>
          </p:cNvPr>
          <p:cNvGrpSpPr/>
          <p:nvPr/>
        </p:nvGrpSpPr>
        <p:grpSpPr>
          <a:xfrm>
            <a:off x="4734285" y="1609030"/>
            <a:ext cx="3047194" cy="3808992"/>
            <a:chOff x="8579156" y="1454167"/>
            <a:chExt cx="3047194" cy="3808992"/>
          </a:xfrm>
        </p:grpSpPr>
        <p:grpSp>
          <p:nvGrpSpPr>
            <p:cNvPr id="23" name="Group 22">
              <a:extLst>
                <a:ext uri="{FF2B5EF4-FFF2-40B4-BE49-F238E27FC236}">
                  <a16:creationId xmlns:a16="http://schemas.microsoft.com/office/drawing/2014/main" id="{C9788BCC-223A-93EB-A21C-B712EC5774A4}"/>
                </a:ext>
              </a:extLst>
            </p:cNvPr>
            <p:cNvGrpSpPr/>
            <p:nvPr/>
          </p:nvGrpSpPr>
          <p:grpSpPr>
            <a:xfrm>
              <a:off x="8963893" y="2987953"/>
              <a:ext cx="2354457" cy="1698325"/>
              <a:chOff x="739413" y="2998113"/>
              <a:chExt cx="2354457" cy="1698325"/>
            </a:xfrm>
            <a:effectLst>
              <a:outerShdw blurRad="50800" dist="38100" dir="5400000" algn="t" rotWithShape="0">
                <a:prstClr val="black">
                  <a:alpha val="40000"/>
                </a:prstClr>
              </a:outerShdw>
            </a:effectLst>
          </p:grpSpPr>
          <p:sp>
            <p:nvSpPr>
              <p:cNvPr id="25" name="TextBox 24">
                <a:extLst>
                  <a:ext uri="{FF2B5EF4-FFF2-40B4-BE49-F238E27FC236}">
                    <a16:creationId xmlns:a16="http://schemas.microsoft.com/office/drawing/2014/main" id="{4A785642-9A58-1F9E-9DD8-A4E6B6595858}"/>
                  </a:ext>
                </a:extLst>
              </p:cNvPr>
              <p:cNvSpPr txBox="1"/>
              <p:nvPr/>
            </p:nvSpPr>
            <p:spPr>
              <a:xfrm>
                <a:off x="1512328" y="2998113"/>
                <a:ext cx="505621" cy="861774"/>
              </a:xfrm>
              <a:prstGeom prst="rect">
                <a:avLst/>
              </a:prstGeom>
              <a:noFill/>
            </p:spPr>
            <p:txBody>
              <a:bodyPr wrap="square" rtlCol="0">
                <a:spAutoFit/>
              </a:bodyPr>
              <a:lstStyle/>
              <a:p>
                <a:endParaRPr lang="en-PH" sz="5000" b="1" dirty="0">
                  <a:solidFill>
                    <a:schemeClr val="bg1"/>
                  </a:solidFill>
                </a:endParaRPr>
              </a:p>
            </p:txBody>
          </p:sp>
          <p:sp>
            <p:nvSpPr>
              <p:cNvPr id="26" name="TextBox 25">
                <a:extLst>
                  <a:ext uri="{FF2B5EF4-FFF2-40B4-BE49-F238E27FC236}">
                    <a16:creationId xmlns:a16="http://schemas.microsoft.com/office/drawing/2014/main" id="{DF3DA63B-55F9-50AB-57C1-CBB466932E2B}"/>
                  </a:ext>
                </a:extLst>
              </p:cNvPr>
              <p:cNvSpPr txBox="1"/>
              <p:nvPr/>
            </p:nvSpPr>
            <p:spPr>
              <a:xfrm>
                <a:off x="739413" y="4327106"/>
                <a:ext cx="2354457" cy="369332"/>
              </a:xfrm>
              <a:prstGeom prst="rect">
                <a:avLst/>
              </a:prstGeom>
              <a:noFill/>
            </p:spPr>
            <p:txBody>
              <a:bodyPr wrap="square" rtlCol="0">
                <a:spAutoFit/>
              </a:bodyPr>
              <a:lstStyle/>
              <a:p>
                <a:r>
                  <a:rPr lang="en-PH" b="1" dirty="0">
                    <a:solidFill>
                      <a:schemeClr val="bg1"/>
                    </a:solidFill>
                    <a:latin typeface="HelveticaNowDisplay Bold" panose="020B0804030202020204" pitchFamily="34" charset="0"/>
                    <a:cs typeface="HelveticaNowDisplay Bold" panose="020B0804030202020204" pitchFamily="34" charset="0"/>
                  </a:rPr>
                  <a:t>Palomares, Charles</a:t>
                </a:r>
              </a:p>
            </p:txBody>
          </p:sp>
        </p:grpSp>
        <p:pic>
          <p:nvPicPr>
            <p:cNvPr id="37" name="Picture 36">
              <a:extLst>
                <a:ext uri="{FF2B5EF4-FFF2-40B4-BE49-F238E27FC236}">
                  <a16:creationId xmlns:a16="http://schemas.microsoft.com/office/drawing/2014/main" id="{817D6C01-16AA-42F5-DFD0-15ED484C8F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79156" y="1454167"/>
              <a:ext cx="3047194" cy="3808992"/>
            </a:xfrm>
            <a:prstGeom prst="rect">
              <a:avLst/>
            </a:prstGeom>
          </p:spPr>
        </p:pic>
      </p:grpSp>
      <p:grpSp>
        <p:nvGrpSpPr>
          <p:cNvPr id="46" name="Group 45">
            <a:extLst>
              <a:ext uri="{FF2B5EF4-FFF2-40B4-BE49-F238E27FC236}">
                <a16:creationId xmlns:a16="http://schemas.microsoft.com/office/drawing/2014/main" id="{F1CEA7A3-D1F7-57F1-5D5D-508A4C1B3A1F}"/>
              </a:ext>
            </a:extLst>
          </p:cNvPr>
          <p:cNvGrpSpPr/>
          <p:nvPr/>
        </p:nvGrpSpPr>
        <p:grpSpPr>
          <a:xfrm>
            <a:off x="2128781" y="943604"/>
            <a:ext cx="3950208" cy="4937760"/>
            <a:chOff x="5973652" y="788741"/>
            <a:chExt cx="3950208" cy="4937760"/>
          </a:xfrm>
        </p:grpSpPr>
        <p:sp>
          <p:nvSpPr>
            <p:cNvPr id="22" name="TextBox 21">
              <a:extLst>
                <a:ext uri="{FF2B5EF4-FFF2-40B4-BE49-F238E27FC236}">
                  <a16:creationId xmlns:a16="http://schemas.microsoft.com/office/drawing/2014/main" id="{8612CE3D-4AFF-E8B6-D1A8-73CFCDFF0D70}"/>
                </a:ext>
              </a:extLst>
            </p:cNvPr>
            <p:cNvSpPr txBox="1"/>
            <p:nvPr/>
          </p:nvSpPr>
          <p:spPr>
            <a:xfrm>
              <a:off x="7032922" y="4315687"/>
              <a:ext cx="185672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PH" b="1" dirty="0" err="1">
                  <a:solidFill>
                    <a:schemeClr val="bg1"/>
                  </a:solidFill>
                  <a:latin typeface="HelveticaNowDisplay Bold" panose="020B0804030202020204" pitchFamily="34" charset="0"/>
                  <a:cs typeface="HelveticaNowDisplay Bold" panose="020B0804030202020204" pitchFamily="34" charset="0"/>
                </a:rPr>
                <a:t>Madriago</a:t>
              </a:r>
              <a:r>
                <a:rPr lang="en-PH" b="1" dirty="0">
                  <a:solidFill>
                    <a:schemeClr val="bg1"/>
                  </a:solidFill>
                  <a:latin typeface="HelveticaNowDisplay Bold" panose="020B0804030202020204" pitchFamily="34" charset="0"/>
                  <a:cs typeface="HelveticaNowDisplay Bold" panose="020B0804030202020204" pitchFamily="34" charset="0"/>
                </a:rPr>
                <a:t>, Dave</a:t>
              </a:r>
            </a:p>
          </p:txBody>
        </p:sp>
        <p:pic>
          <p:nvPicPr>
            <p:cNvPr id="45" name="Picture 44">
              <a:extLst>
                <a:ext uri="{FF2B5EF4-FFF2-40B4-BE49-F238E27FC236}">
                  <a16:creationId xmlns:a16="http://schemas.microsoft.com/office/drawing/2014/main" id="{706872B4-ACD8-5781-009E-41B9D2ED052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73652" y="788741"/>
              <a:ext cx="3950208" cy="4937760"/>
            </a:xfrm>
            <a:prstGeom prst="rect">
              <a:avLst/>
            </a:prstGeom>
          </p:spPr>
        </p:pic>
      </p:grpSp>
      <p:pic>
        <p:nvPicPr>
          <p:cNvPr id="48" name="Picture 47">
            <a:extLst>
              <a:ext uri="{FF2B5EF4-FFF2-40B4-BE49-F238E27FC236}">
                <a16:creationId xmlns:a16="http://schemas.microsoft.com/office/drawing/2014/main" id="{4FC9FB36-F8FC-770D-7FA1-2B0CEF23AC80}"/>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900659" y="1772276"/>
            <a:ext cx="480060" cy="480060"/>
          </a:xfrm>
          <a:prstGeom prst="rect">
            <a:avLst/>
          </a:prstGeom>
        </p:spPr>
      </p:pic>
      <p:grpSp>
        <p:nvGrpSpPr>
          <p:cNvPr id="30" name="Group 29">
            <a:extLst>
              <a:ext uri="{FF2B5EF4-FFF2-40B4-BE49-F238E27FC236}">
                <a16:creationId xmlns:a16="http://schemas.microsoft.com/office/drawing/2014/main" id="{98B3C93C-2C03-BA1A-9FD4-2BC70F56BAF6}"/>
              </a:ext>
            </a:extLst>
          </p:cNvPr>
          <p:cNvGrpSpPr/>
          <p:nvPr/>
        </p:nvGrpSpPr>
        <p:grpSpPr>
          <a:xfrm>
            <a:off x="6928026" y="1551263"/>
            <a:ext cx="3201490" cy="4001861"/>
            <a:chOff x="8706026" y="1444995"/>
            <a:chExt cx="3201490" cy="4001861"/>
          </a:xfrm>
        </p:grpSpPr>
        <p:grpSp>
          <p:nvGrpSpPr>
            <p:cNvPr id="19" name="Group 18">
              <a:extLst>
                <a:ext uri="{FF2B5EF4-FFF2-40B4-BE49-F238E27FC236}">
                  <a16:creationId xmlns:a16="http://schemas.microsoft.com/office/drawing/2014/main" id="{7985D1EC-7961-3116-D011-1221B5A3DEDC}"/>
                </a:ext>
              </a:extLst>
            </p:cNvPr>
            <p:cNvGrpSpPr/>
            <p:nvPr/>
          </p:nvGrpSpPr>
          <p:grpSpPr>
            <a:xfrm>
              <a:off x="9537807" y="3058290"/>
              <a:ext cx="1706618" cy="1675324"/>
              <a:chOff x="1164640" y="2998113"/>
              <a:chExt cx="1706618" cy="1675324"/>
            </a:xfrm>
            <a:effectLst>
              <a:outerShdw blurRad="50800" dist="38100" dir="5400000" algn="t" rotWithShape="0">
                <a:prstClr val="black">
                  <a:alpha val="40000"/>
                </a:prstClr>
              </a:outerShdw>
            </a:effectLst>
          </p:grpSpPr>
          <p:sp>
            <p:nvSpPr>
              <p:cNvPr id="21" name="TextBox 20">
                <a:extLst>
                  <a:ext uri="{FF2B5EF4-FFF2-40B4-BE49-F238E27FC236}">
                    <a16:creationId xmlns:a16="http://schemas.microsoft.com/office/drawing/2014/main" id="{49952E61-4ED8-92CE-613A-4FAE2866D56F}"/>
                  </a:ext>
                </a:extLst>
              </p:cNvPr>
              <p:cNvSpPr txBox="1"/>
              <p:nvPr/>
            </p:nvSpPr>
            <p:spPr>
              <a:xfrm>
                <a:off x="1512328" y="2998113"/>
                <a:ext cx="505621" cy="861774"/>
              </a:xfrm>
              <a:prstGeom prst="rect">
                <a:avLst/>
              </a:prstGeom>
              <a:noFill/>
            </p:spPr>
            <p:txBody>
              <a:bodyPr wrap="square" rtlCol="0">
                <a:spAutoFit/>
              </a:bodyPr>
              <a:lstStyle/>
              <a:p>
                <a:endParaRPr lang="en-PH" sz="5000" b="1" dirty="0">
                  <a:solidFill>
                    <a:schemeClr val="bg1"/>
                  </a:solidFill>
                </a:endParaRPr>
              </a:p>
            </p:txBody>
          </p:sp>
          <p:sp>
            <p:nvSpPr>
              <p:cNvPr id="24" name="TextBox 23">
                <a:extLst>
                  <a:ext uri="{FF2B5EF4-FFF2-40B4-BE49-F238E27FC236}">
                    <a16:creationId xmlns:a16="http://schemas.microsoft.com/office/drawing/2014/main" id="{89BE8E67-583C-7303-95F9-DB7C58EACCB8}"/>
                  </a:ext>
                </a:extLst>
              </p:cNvPr>
              <p:cNvSpPr txBox="1"/>
              <p:nvPr/>
            </p:nvSpPr>
            <p:spPr>
              <a:xfrm>
                <a:off x="1164640" y="4304105"/>
                <a:ext cx="1706618" cy="369332"/>
              </a:xfrm>
              <a:prstGeom prst="rect">
                <a:avLst/>
              </a:prstGeom>
              <a:noFill/>
            </p:spPr>
            <p:txBody>
              <a:bodyPr wrap="square" rtlCol="0">
                <a:spAutoFit/>
              </a:bodyPr>
              <a:lstStyle/>
              <a:p>
                <a:r>
                  <a:rPr lang="en-PH" b="1" dirty="0">
                    <a:solidFill>
                      <a:schemeClr val="bg1"/>
                    </a:solidFill>
                    <a:latin typeface="HelveticaNowDisplay Bold" panose="020B0804030202020204" pitchFamily="34" charset="0"/>
                    <a:cs typeface="HelveticaNowDisplay Bold" panose="020B0804030202020204" pitchFamily="34" charset="0"/>
                  </a:rPr>
                  <a:t>Reyes, Jamie</a:t>
                </a:r>
              </a:p>
            </p:txBody>
          </p:sp>
        </p:grpSp>
        <p:pic>
          <p:nvPicPr>
            <p:cNvPr id="28" name="Picture 27">
              <a:extLst>
                <a:ext uri="{FF2B5EF4-FFF2-40B4-BE49-F238E27FC236}">
                  <a16:creationId xmlns:a16="http://schemas.microsoft.com/office/drawing/2014/main" id="{D109F1EB-9BE9-8318-895F-4BEDEB81726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706026" y="1444995"/>
              <a:ext cx="3201490" cy="4001861"/>
            </a:xfrm>
            <a:prstGeom prst="rect">
              <a:avLst/>
            </a:prstGeom>
          </p:spPr>
        </p:pic>
      </p:grpSp>
    </p:spTree>
    <p:extLst>
      <p:ext uri="{BB962C8B-B14F-4D97-AF65-F5344CB8AC3E}">
        <p14:creationId xmlns:p14="http://schemas.microsoft.com/office/powerpoint/2010/main" val="8178598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00B8FF"/>
            </a:gs>
            <a:gs pos="100000">
              <a:srgbClr val="002BFF"/>
            </a:gs>
          </a:gsLst>
          <a:lin ang="5400000" scaled="1"/>
        </a:gradFill>
        <a:effectLst/>
      </p:bgPr>
    </p:bg>
    <p:spTree>
      <p:nvGrpSpPr>
        <p:cNvPr id="1" name="">
          <a:extLst>
            <a:ext uri="{FF2B5EF4-FFF2-40B4-BE49-F238E27FC236}">
              <a16:creationId xmlns:a16="http://schemas.microsoft.com/office/drawing/2014/main" id="{A8DEF913-E50B-7C33-FD87-39CBFC9EBF55}"/>
            </a:ext>
          </a:extLst>
        </p:cNvPr>
        <p:cNvGrpSpPr/>
        <p:nvPr/>
      </p:nvGrpSpPr>
      <p:grpSpPr>
        <a:xfrm>
          <a:off x="0" y="0"/>
          <a:ext cx="0" cy="0"/>
          <a:chOff x="0" y="0"/>
          <a:chExt cx="0" cy="0"/>
        </a:xfrm>
      </p:grpSpPr>
      <p:sp>
        <p:nvSpPr>
          <p:cNvPr id="4" name="AutoShape 2" descr="Обои по теме Sony Playstation">
            <a:extLst>
              <a:ext uri="{FF2B5EF4-FFF2-40B4-BE49-F238E27FC236}">
                <a16:creationId xmlns:a16="http://schemas.microsoft.com/office/drawing/2014/main" id="{01A07772-0629-13B5-F07A-0A773CADE40C}"/>
              </a:ext>
            </a:extLst>
          </p:cNvPr>
          <p:cNvSpPr>
            <a:spLocks noChangeAspect="1" noChangeArrowheads="1"/>
          </p:cNvSpPr>
          <p:nvPr/>
        </p:nvSpPr>
        <p:spPr bwMode="auto">
          <a:xfrm>
            <a:off x="5943600" y="3276600"/>
            <a:ext cx="4937760" cy="4937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7" name="Picture 6">
            <a:extLst>
              <a:ext uri="{FF2B5EF4-FFF2-40B4-BE49-F238E27FC236}">
                <a16:creationId xmlns:a16="http://schemas.microsoft.com/office/drawing/2014/main" id="{4EAF28CE-0BB4-26DA-2A23-D276C9A74CA5}"/>
              </a:ext>
            </a:extLst>
          </p:cNvPr>
          <p:cNvPicPr>
            <a:picLocks noGrp="1" noRot="1" noChangeAspect="1" noMove="1" noResize="1" noEditPoints="1" noAdjustHandles="1" noChangeArrowheads="1" noChangeShapeType="1" noCrop="1"/>
          </p:cNvPicPr>
          <p:nvPr/>
        </p:nvPicPr>
        <p:blipFill>
          <a:blip r:embed="rId2">
            <a:alphaModFix amt="23000"/>
            <a:extLst>
              <a:ext uri="{28A0092B-C50C-407E-A947-70E740481C1C}">
                <a14:useLocalDpi xmlns:a14="http://schemas.microsoft.com/office/drawing/2010/main" val="0"/>
              </a:ext>
            </a:extLst>
          </a:blip>
          <a:stretch>
            <a:fillRect/>
          </a:stretch>
        </p:blipFill>
        <p:spPr>
          <a:xfrm>
            <a:off x="0" y="-35561"/>
            <a:ext cx="12192000" cy="6893561"/>
          </a:xfrm>
          <a:prstGeom prst="rect">
            <a:avLst/>
          </a:prstGeom>
        </p:spPr>
      </p:pic>
      <p:grpSp>
        <p:nvGrpSpPr>
          <p:cNvPr id="6" name="Group 5">
            <a:extLst>
              <a:ext uri="{FF2B5EF4-FFF2-40B4-BE49-F238E27FC236}">
                <a16:creationId xmlns:a16="http://schemas.microsoft.com/office/drawing/2014/main" id="{843B3473-6C93-E62A-77D0-0E7D85E199FD}"/>
              </a:ext>
            </a:extLst>
          </p:cNvPr>
          <p:cNvGrpSpPr/>
          <p:nvPr/>
        </p:nvGrpSpPr>
        <p:grpSpPr>
          <a:xfrm>
            <a:off x="3338171" y="480061"/>
            <a:ext cx="5515658" cy="972175"/>
            <a:chOff x="3338171" y="957193"/>
            <a:chExt cx="5515658" cy="972175"/>
          </a:xfrm>
          <a:effectLst>
            <a:outerShdw blurRad="50800" dist="38100" dir="5400000" algn="t" rotWithShape="0">
              <a:prstClr val="black">
                <a:alpha val="40000"/>
              </a:prstClr>
            </a:outerShdw>
          </a:effectLst>
        </p:grpSpPr>
        <p:sp>
          <p:nvSpPr>
            <p:cNvPr id="2" name="TextBox 1">
              <a:extLst>
                <a:ext uri="{FF2B5EF4-FFF2-40B4-BE49-F238E27FC236}">
                  <a16:creationId xmlns:a16="http://schemas.microsoft.com/office/drawing/2014/main" id="{075D8106-5D27-FE5D-41D8-7069A39183E1}"/>
                </a:ext>
              </a:extLst>
            </p:cNvPr>
            <p:cNvSpPr txBox="1"/>
            <p:nvPr/>
          </p:nvSpPr>
          <p:spPr>
            <a:xfrm>
              <a:off x="3338171" y="957193"/>
              <a:ext cx="5515658" cy="553998"/>
            </a:xfrm>
            <a:prstGeom prst="rect">
              <a:avLst/>
            </a:prstGeom>
            <a:noFill/>
          </p:spPr>
          <p:txBody>
            <a:bodyPr wrap="square" rtlCol="0">
              <a:spAutoFit/>
            </a:bodyPr>
            <a:lstStyle/>
            <a:p>
              <a:r>
                <a:rPr lang="en-US" sz="3000" b="1" dirty="0">
                  <a:solidFill>
                    <a:schemeClr val="bg1"/>
                  </a:solidFill>
                  <a:latin typeface="HelveticaNowDisplay Bold" panose="020B0804030202020204" pitchFamily="34" charset="0"/>
                  <a:cs typeface="HelveticaNowDisplay Bold" panose="020B0804030202020204" pitchFamily="34" charset="0"/>
                </a:rPr>
                <a:t>Welcome to our presentation.</a:t>
              </a:r>
              <a:endParaRPr lang="en-PH" sz="3000" b="1" dirty="0">
                <a:solidFill>
                  <a:schemeClr val="bg1"/>
                </a:solidFill>
                <a:latin typeface="HelveticaNowDisplay Bold" panose="020B0804030202020204" pitchFamily="34" charset="0"/>
                <a:cs typeface="HelveticaNowDisplay Bold" panose="020B0804030202020204" pitchFamily="34" charset="0"/>
              </a:endParaRPr>
            </a:p>
          </p:txBody>
        </p:sp>
        <p:sp>
          <p:nvSpPr>
            <p:cNvPr id="3" name="TextBox 2">
              <a:extLst>
                <a:ext uri="{FF2B5EF4-FFF2-40B4-BE49-F238E27FC236}">
                  <a16:creationId xmlns:a16="http://schemas.microsoft.com/office/drawing/2014/main" id="{5348343B-73B6-72E5-01AA-21DFADD72DFC}"/>
                </a:ext>
              </a:extLst>
            </p:cNvPr>
            <p:cNvSpPr txBox="1"/>
            <p:nvPr/>
          </p:nvSpPr>
          <p:spPr>
            <a:xfrm>
              <a:off x="4511072" y="1560036"/>
              <a:ext cx="2865056" cy="369332"/>
            </a:xfrm>
            <a:prstGeom prst="rect">
              <a:avLst/>
            </a:prstGeom>
            <a:noFill/>
          </p:spPr>
          <p:txBody>
            <a:bodyPr wrap="square" rtlCol="0">
              <a:spAutoFit/>
            </a:bodyPr>
            <a:lstStyle/>
            <a:p>
              <a:r>
                <a:rPr lang="en-US" dirty="0">
                  <a:solidFill>
                    <a:schemeClr val="bg1"/>
                  </a:solidFill>
                </a:rPr>
                <a:t>Who’s reporting for today?</a:t>
              </a:r>
              <a:endParaRPr lang="en-PH" dirty="0">
                <a:solidFill>
                  <a:schemeClr val="bg1"/>
                </a:solidFill>
              </a:endParaRPr>
            </a:p>
          </p:txBody>
        </p:sp>
      </p:grpSp>
      <p:grpSp>
        <p:nvGrpSpPr>
          <p:cNvPr id="43" name="Group 42">
            <a:extLst>
              <a:ext uri="{FF2B5EF4-FFF2-40B4-BE49-F238E27FC236}">
                <a16:creationId xmlns:a16="http://schemas.microsoft.com/office/drawing/2014/main" id="{518BE317-B4C3-22E5-707D-39EFECEDBB2A}"/>
              </a:ext>
            </a:extLst>
          </p:cNvPr>
          <p:cNvGrpSpPr/>
          <p:nvPr/>
        </p:nvGrpSpPr>
        <p:grpSpPr>
          <a:xfrm>
            <a:off x="2089309" y="896545"/>
            <a:ext cx="3902841" cy="4878551"/>
            <a:chOff x="8189700" y="847950"/>
            <a:chExt cx="3902841" cy="4878551"/>
          </a:xfrm>
        </p:grpSpPr>
        <p:grpSp>
          <p:nvGrpSpPr>
            <p:cNvPr id="23" name="Group 22">
              <a:extLst>
                <a:ext uri="{FF2B5EF4-FFF2-40B4-BE49-F238E27FC236}">
                  <a16:creationId xmlns:a16="http://schemas.microsoft.com/office/drawing/2014/main" id="{2F9E83AB-9F1C-7809-C8FD-61B4EAF8195D}"/>
                </a:ext>
              </a:extLst>
            </p:cNvPr>
            <p:cNvGrpSpPr/>
            <p:nvPr/>
          </p:nvGrpSpPr>
          <p:grpSpPr>
            <a:xfrm>
              <a:off x="8963893" y="2987953"/>
              <a:ext cx="2354457" cy="1698325"/>
              <a:chOff x="739413" y="2998113"/>
              <a:chExt cx="2354457" cy="1698325"/>
            </a:xfrm>
            <a:effectLst>
              <a:outerShdw blurRad="50800" dist="38100" dir="5400000" algn="t" rotWithShape="0">
                <a:prstClr val="black">
                  <a:alpha val="40000"/>
                </a:prstClr>
              </a:outerShdw>
            </a:effectLst>
          </p:grpSpPr>
          <p:sp>
            <p:nvSpPr>
              <p:cNvPr id="25" name="TextBox 24">
                <a:extLst>
                  <a:ext uri="{FF2B5EF4-FFF2-40B4-BE49-F238E27FC236}">
                    <a16:creationId xmlns:a16="http://schemas.microsoft.com/office/drawing/2014/main" id="{BEC7691A-B2B6-C709-53BE-72A47D820834}"/>
                  </a:ext>
                </a:extLst>
              </p:cNvPr>
              <p:cNvSpPr txBox="1"/>
              <p:nvPr/>
            </p:nvSpPr>
            <p:spPr>
              <a:xfrm>
                <a:off x="1512328" y="2998113"/>
                <a:ext cx="505621" cy="861774"/>
              </a:xfrm>
              <a:prstGeom prst="rect">
                <a:avLst/>
              </a:prstGeom>
              <a:noFill/>
            </p:spPr>
            <p:txBody>
              <a:bodyPr wrap="square" rtlCol="0">
                <a:spAutoFit/>
              </a:bodyPr>
              <a:lstStyle/>
              <a:p>
                <a:endParaRPr lang="en-PH" sz="5000" b="1" dirty="0">
                  <a:solidFill>
                    <a:schemeClr val="bg1"/>
                  </a:solidFill>
                </a:endParaRPr>
              </a:p>
            </p:txBody>
          </p:sp>
          <p:sp>
            <p:nvSpPr>
              <p:cNvPr id="26" name="TextBox 25">
                <a:extLst>
                  <a:ext uri="{FF2B5EF4-FFF2-40B4-BE49-F238E27FC236}">
                    <a16:creationId xmlns:a16="http://schemas.microsoft.com/office/drawing/2014/main" id="{1898449E-A7B3-A1E8-F3B4-C41445132034}"/>
                  </a:ext>
                </a:extLst>
              </p:cNvPr>
              <p:cNvSpPr txBox="1"/>
              <p:nvPr/>
            </p:nvSpPr>
            <p:spPr>
              <a:xfrm>
                <a:off x="739413" y="4327106"/>
                <a:ext cx="2354457" cy="369332"/>
              </a:xfrm>
              <a:prstGeom prst="rect">
                <a:avLst/>
              </a:prstGeom>
              <a:noFill/>
            </p:spPr>
            <p:txBody>
              <a:bodyPr wrap="square" rtlCol="0">
                <a:spAutoFit/>
              </a:bodyPr>
              <a:lstStyle/>
              <a:p>
                <a:r>
                  <a:rPr lang="en-PH" b="1" dirty="0">
                    <a:solidFill>
                      <a:schemeClr val="bg1"/>
                    </a:solidFill>
                    <a:latin typeface="HelveticaNowDisplay Bold" panose="020B0804030202020204" pitchFamily="34" charset="0"/>
                    <a:cs typeface="HelveticaNowDisplay Bold" panose="020B0804030202020204" pitchFamily="34" charset="0"/>
                  </a:rPr>
                  <a:t>Palomares, Charles</a:t>
                </a:r>
              </a:p>
            </p:txBody>
          </p:sp>
        </p:grpSp>
        <p:pic>
          <p:nvPicPr>
            <p:cNvPr id="37" name="Picture 36">
              <a:extLst>
                <a:ext uri="{FF2B5EF4-FFF2-40B4-BE49-F238E27FC236}">
                  <a16:creationId xmlns:a16="http://schemas.microsoft.com/office/drawing/2014/main" id="{0C21E749-2969-12AE-A861-05CC96C351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89700" y="847950"/>
              <a:ext cx="3902841" cy="4878551"/>
            </a:xfrm>
            <a:prstGeom prst="rect">
              <a:avLst/>
            </a:prstGeom>
          </p:spPr>
        </p:pic>
      </p:grpSp>
      <p:grpSp>
        <p:nvGrpSpPr>
          <p:cNvPr id="46" name="Group 45">
            <a:extLst>
              <a:ext uri="{FF2B5EF4-FFF2-40B4-BE49-F238E27FC236}">
                <a16:creationId xmlns:a16="http://schemas.microsoft.com/office/drawing/2014/main" id="{540E6B73-617F-E799-C54B-C824B671B1CE}"/>
              </a:ext>
            </a:extLst>
          </p:cNvPr>
          <p:cNvGrpSpPr/>
          <p:nvPr/>
        </p:nvGrpSpPr>
        <p:grpSpPr>
          <a:xfrm>
            <a:off x="-24199" y="1139132"/>
            <a:ext cx="3690869" cy="4613586"/>
            <a:chOff x="6076192" y="1090537"/>
            <a:chExt cx="3690869" cy="4613586"/>
          </a:xfrm>
        </p:grpSpPr>
        <p:sp>
          <p:nvSpPr>
            <p:cNvPr id="22" name="TextBox 21">
              <a:extLst>
                <a:ext uri="{FF2B5EF4-FFF2-40B4-BE49-F238E27FC236}">
                  <a16:creationId xmlns:a16="http://schemas.microsoft.com/office/drawing/2014/main" id="{93734D99-4544-BC3C-8EE0-D54635070E4A}"/>
                </a:ext>
              </a:extLst>
            </p:cNvPr>
            <p:cNvSpPr txBox="1"/>
            <p:nvPr/>
          </p:nvSpPr>
          <p:spPr>
            <a:xfrm>
              <a:off x="7032922" y="4315687"/>
              <a:ext cx="185672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PH" b="1" dirty="0" err="1">
                  <a:solidFill>
                    <a:schemeClr val="bg1"/>
                  </a:solidFill>
                  <a:latin typeface="HelveticaNowDisplay Bold" panose="020B0804030202020204" pitchFamily="34" charset="0"/>
                  <a:cs typeface="HelveticaNowDisplay Bold" panose="020B0804030202020204" pitchFamily="34" charset="0"/>
                </a:rPr>
                <a:t>Madriago</a:t>
              </a:r>
              <a:r>
                <a:rPr lang="en-PH" b="1" dirty="0">
                  <a:solidFill>
                    <a:schemeClr val="bg1"/>
                  </a:solidFill>
                  <a:latin typeface="HelveticaNowDisplay Bold" panose="020B0804030202020204" pitchFamily="34" charset="0"/>
                  <a:cs typeface="HelveticaNowDisplay Bold" panose="020B0804030202020204" pitchFamily="34" charset="0"/>
                </a:rPr>
                <a:t>, Dave</a:t>
              </a:r>
            </a:p>
          </p:txBody>
        </p:sp>
        <p:pic>
          <p:nvPicPr>
            <p:cNvPr id="45" name="Picture 44">
              <a:extLst>
                <a:ext uri="{FF2B5EF4-FFF2-40B4-BE49-F238E27FC236}">
                  <a16:creationId xmlns:a16="http://schemas.microsoft.com/office/drawing/2014/main" id="{EFB92ABD-8056-4D78-CA57-5930203982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76192" y="1090537"/>
              <a:ext cx="3690869" cy="4613586"/>
            </a:xfrm>
            <a:prstGeom prst="rect">
              <a:avLst/>
            </a:prstGeom>
          </p:spPr>
        </p:pic>
      </p:grpSp>
      <p:pic>
        <p:nvPicPr>
          <p:cNvPr id="48" name="Picture 47">
            <a:extLst>
              <a:ext uri="{FF2B5EF4-FFF2-40B4-BE49-F238E27FC236}">
                <a16:creationId xmlns:a16="http://schemas.microsoft.com/office/drawing/2014/main" id="{263C3D96-0644-A650-E879-E330A2B116BB}"/>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768579" y="1772276"/>
            <a:ext cx="480060" cy="480060"/>
          </a:xfrm>
          <a:prstGeom prst="rect">
            <a:avLst/>
          </a:prstGeom>
        </p:spPr>
      </p:pic>
      <p:grpSp>
        <p:nvGrpSpPr>
          <p:cNvPr id="30" name="Group 29">
            <a:extLst>
              <a:ext uri="{FF2B5EF4-FFF2-40B4-BE49-F238E27FC236}">
                <a16:creationId xmlns:a16="http://schemas.microsoft.com/office/drawing/2014/main" id="{895C62BB-528D-6428-584B-CF41849FA1EA}"/>
              </a:ext>
            </a:extLst>
          </p:cNvPr>
          <p:cNvGrpSpPr/>
          <p:nvPr/>
        </p:nvGrpSpPr>
        <p:grpSpPr>
          <a:xfrm>
            <a:off x="4672506" y="1444995"/>
            <a:ext cx="3201490" cy="4001861"/>
            <a:chOff x="8706026" y="1444995"/>
            <a:chExt cx="3201490" cy="4001861"/>
          </a:xfrm>
        </p:grpSpPr>
        <p:grpSp>
          <p:nvGrpSpPr>
            <p:cNvPr id="19" name="Group 18">
              <a:extLst>
                <a:ext uri="{FF2B5EF4-FFF2-40B4-BE49-F238E27FC236}">
                  <a16:creationId xmlns:a16="http://schemas.microsoft.com/office/drawing/2014/main" id="{DF904A42-24B9-7252-6B01-F0B0459FC1CE}"/>
                </a:ext>
              </a:extLst>
            </p:cNvPr>
            <p:cNvGrpSpPr/>
            <p:nvPr/>
          </p:nvGrpSpPr>
          <p:grpSpPr>
            <a:xfrm>
              <a:off x="9537807" y="3058290"/>
              <a:ext cx="1706618" cy="1675324"/>
              <a:chOff x="1164640" y="2998113"/>
              <a:chExt cx="1706618" cy="1675324"/>
            </a:xfrm>
            <a:effectLst>
              <a:outerShdw blurRad="50800" dist="38100" dir="5400000" algn="t" rotWithShape="0">
                <a:prstClr val="black">
                  <a:alpha val="40000"/>
                </a:prstClr>
              </a:outerShdw>
            </a:effectLst>
          </p:grpSpPr>
          <p:sp>
            <p:nvSpPr>
              <p:cNvPr id="21" name="TextBox 20">
                <a:extLst>
                  <a:ext uri="{FF2B5EF4-FFF2-40B4-BE49-F238E27FC236}">
                    <a16:creationId xmlns:a16="http://schemas.microsoft.com/office/drawing/2014/main" id="{72E494B6-25E5-F494-198B-703FE0715B3B}"/>
                  </a:ext>
                </a:extLst>
              </p:cNvPr>
              <p:cNvSpPr txBox="1"/>
              <p:nvPr/>
            </p:nvSpPr>
            <p:spPr>
              <a:xfrm>
                <a:off x="1512328" y="2998113"/>
                <a:ext cx="505621" cy="861774"/>
              </a:xfrm>
              <a:prstGeom prst="rect">
                <a:avLst/>
              </a:prstGeom>
              <a:noFill/>
            </p:spPr>
            <p:txBody>
              <a:bodyPr wrap="square" rtlCol="0">
                <a:spAutoFit/>
              </a:bodyPr>
              <a:lstStyle/>
              <a:p>
                <a:endParaRPr lang="en-PH" sz="5000" b="1" dirty="0">
                  <a:solidFill>
                    <a:schemeClr val="bg1"/>
                  </a:solidFill>
                </a:endParaRPr>
              </a:p>
            </p:txBody>
          </p:sp>
          <p:sp>
            <p:nvSpPr>
              <p:cNvPr id="24" name="TextBox 23">
                <a:extLst>
                  <a:ext uri="{FF2B5EF4-FFF2-40B4-BE49-F238E27FC236}">
                    <a16:creationId xmlns:a16="http://schemas.microsoft.com/office/drawing/2014/main" id="{DFFAAEB5-603A-A477-199C-D2C4A320B29D}"/>
                  </a:ext>
                </a:extLst>
              </p:cNvPr>
              <p:cNvSpPr txBox="1"/>
              <p:nvPr/>
            </p:nvSpPr>
            <p:spPr>
              <a:xfrm>
                <a:off x="1164640" y="4304105"/>
                <a:ext cx="1706618" cy="369332"/>
              </a:xfrm>
              <a:prstGeom prst="rect">
                <a:avLst/>
              </a:prstGeom>
              <a:noFill/>
            </p:spPr>
            <p:txBody>
              <a:bodyPr wrap="square" rtlCol="0">
                <a:spAutoFit/>
              </a:bodyPr>
              <a:lstStyle/>
              <a:p>
                <a:r>
                  <a:rPr lang="en-PH" b="1" dirty="0">
                    <a:solidFill>
                      <a:schemeClr val="bg1"/>
                    </a:solidFill>
                    <a:latin typeface="HelveticaNowDisplay Bold" panose="020B0804030202020204" pitchFamily="34" charset="0"/>
                    <a:cs typeface="HelveticaNowDisplay Bold" panose="020B0804030202020204" pitchFamily="34" charset="0"/>
                  </a:rPr>
                  <a:t>Reyes, Jamie</a:t>
                </a:r>
              </a:p>
            </p:txBody>
          </p:sp>
        </p:grpSp>
        <p:pic>
          <p:nvPicPr>
            <p:cNvPr id="28" name="Picture 27">
              <a:extLst>
                <a:ext uri="{FF2B5EF4-FFF2-40B4-BE49-F238E27FC236}">
                  <a16:creationId xmlns:a16="http://schemas.microsoft.com/office/drawing/2014/main" id="{F3479C2B-E6BE-6576-D142-A8E231E4AFD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06026" y="1444995"/>
              <a:ext cx="3201490" cy="4001861"/>
            </a:xfrm>
            <a:prstGeom prst="rect">
              <a:avLst/>
            </a:prstGeom>
          </p:spPr>
        </p:pic>
      </p:grpSp>
    </p:spTree>
    <p:extLst>
      <p:ext uri="{BB962C8B-B14F-4D97-AF65-F5344CB8AC3E}">
        <p14:creationId xmlns:p14="http://schemas.microsoft.com/office/powerpoint/2010/main" val="7590714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00B8FF"/>
            </a:gs>
            <a:gs pos="100000">
              <a:srgbClr val="002BFF"/>
            </a:gs>
          </a:gsLst>
          <a:lin ang="5400000" scaled="1"/>
        </a:gradFill>
        <a:effectLst/>
      </p:bgPr>
    </p:bg>
    <p:spTree>
      <p:nvGrpSpPr>
        <p:cNvPr id="1" name="">
          <a:extLst>
            <a:ext uri="{FF2B5EF4-FFF2-40B4-BE49-F238E27FC236}">
              <a16:creationId xmlns:a16="http://schemas.microsoft.com/office/drawing/2014/main" id="{D2EF842D-CF13-8EE0-1B37-68F0E2C215DD}"/>
            </a:ext>
          </a:extLst>
        </p:cNvPr>
        <p:cNvGrpSpPr/>
        <p:nvPr/>
      </p:nvGrpSpPr>
      <p:grpSpPr>
        <a:xfrm>
          <a:off x="0" y="0"/>
          <a:ext cx="0" cy="0"/>
          <a:chOff x="0" y="0"/>
          <a:chExt cx="0" cy="0"/>
        </a:xfrm>
      </p:grpSpPr>
      <p:sp>
        <p:nvSpPr>
          <p:cNvPr id="4" name="AutoShape 2" descr="Обои по теме Sony Playstation">
            <a:extLst>
              <a:ext uri="{FF2B5EF4-FFF2-40B4-BE49-F238E27FC236}">
                <a16:creationId xmlns:a16="http://schemas.microsoft.com/office/drawing/2014/main" id="{F698A6FA-621E-87BE-5DC9-F3890DE175AC}"/>
              </a:ext>
            </a:extLst>
          </p:cNvPr>
          <p:cNvSpPr>
            <a:spLocks noChangeAspect="1" noChangeArrowheads="1"/>
          </p:cNvSpPr>
          <p:nvPr/>
        </p:nvSpPr>
        <p:spPr bwMode="auto">
          <a:xfrm>
            <a:off x="5943600" y="3276600"/>
            <a:ext cx="4937760" cy="4937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7" name="Picture 6">
            <a:extLst>
              <a:ext uri="{FF2B5EF4-FFF2-40B4-BE49-F238E27FC236}">
                <a16:creationId xmlns:a16="http://schemas.microsoft.com/office/drawing/2014/main" id="{00DF0D60-D3E5-206D-300F-3B15D0C1641E}"/>
              </a:ext>
            </a:extLst>
          </p:cNvPr>
          <p:cNvPicPr>
            <a:picLocks noGrp="1" noRot="1" noChangeAspect="1" noMove="1" noResize="1" noEditPoints="1" noAdjustHandles="1" noChangeArrowheads="1" noChangeShapeType="1" noCrop="1"/>
          </p:cNvPicPr>
          <p:nvPr/>
        </p:nvPicPr>
        <p:blipFill>
          <a:blip r:embed="rId2">
            <a:alphaModFix amt="23000"/>
            <a:extLst>
              <a:ext uri="{28A0092B-C50C-407E-A947-70E740481C1C}">
                <a14:useLocalDpi xmlns:a14="http://schemas.microsoft.com/office/drawing/2010/main" val="0"/>
              </a:ext>
            </a:extLst>
          </a:blip>
          <a:stretch>
            <a:fillRect/>
          </a:stretch>
        </p:blipFill>
        <p:spPr>
          <a:xfrm>
            <a:off x="0" y="-35561"/>
            <a:ext cx="12192000" cy="6893561"/>
          </a:xfrm>
          <a:prstGeom prst="rect">
            <a:avLst/>
          </a:prstGeom>
        </p:spPr>
      </p:pic>
      <p:grpSp>
        <p:nvGrpSpPr>
          <p:cNvPr id="6" name="Group 5">
            <a:extLst>
              <a:ext uri="{FF2B5EF4-FFF2-40B4-BE49-F238E27FC236}">
                <a16:creationId xmlns:a16="http://schemas.microsoft.com/office/drawing/2014/main" id="{FADB5B2B-6313-C4B2-93BD-74C194586299}"/>
              </a:ext>
            </a:extLst>
          </p:cNvPr>
          <p:cNvGrpSpPr/>
          <p:nvPr/>
        </p:nvGrpSpPr>
        <p:grpSpPr>
          <a:xfrm>
            <a:off x="3338171" y="480061"/>
            <a:ext cx="5515658" cy="972175"/>
            <a:chOff x="3338171" y="957193"/>
            <a:chExt cx="5515658" cy="972175"/>
          </a:xfrm>
          <a:effectLst>
            <a:outerShdw blurRad="50800" dist="38100" dir="5400000" algn="t" rotWithShape="0">
              <a:prstClr val="black">
                <a:alpha val="40000"/>
              </a:prstClr>
            </a:outerShdw>
          </a:effectLst>
        </p:grpSpPr>
        <p:sp>
          <p:nvSpPr>
            <p:cNvPr id="2" name="TextBox 1">
              <a:extLst>
                <a:ext uri="{FF2B5EF4-FFF2-40B4-BE49-F238E27FC236}">
                  <a16:creationId xmlns:a16="http://schemas.microsoft.com/office/drawing/2014/main" id="{73191953-3C06-9F0D-272C-B5B9DD7A8914}"/>
                </a:ext>
              </a:extLst>
            </p:cNvPr>
            <p:cNvSpPr txBox="1"/>
            <p:nvPr/>
          </p:nvSpPr>
          <p:spPr>
            <a:xfrm>
              <a:off x="3338171" y="957193"/>
              <a:ext cx="5515658" cy="553998"/>
            </a:xfrm>
            <a:prstGeom prst="rect">
              <a:avLst/>
            </a:prstGeom>
            <a:noFill/>
          </p:spPr>
          <p:txBody>
            <a:bodyPr wrap="square" rtlCol="0">
              <a:spAutoFit/>
            </a:bodyPr>
            <a:lstStyle/>
            <a:p>
              <a:r>
                <a:rPr lang="en-US" sz="3000" b="1" dirty="0">
                  <a:solidFill>
                    <a:schemeClr val="bg1"/>
                  </a:solidFill>
                  <a:latin typeface="HelveticaNowDisplay Bold" panose="020B0804030202020204" pitchFamily="34" charset="0"/>
                  <a:cs typeface="HelveticaNowDisplay Bold" panose="020B0804030202020204" pitchFamily="34" charset="0"/>
                </a:rPr>
                <a:t>Welcome to our presentation.</a:t>
              </a:r>
              <a:endParaRPr lang="en-PH" sz="3000" b="1" dirty="0">
                <a:solidFill>
                  <a:schemeClr val="bg1"/>
                </a:solidFill>
                <a:latin typeface="HelveticaNowDisplay Bold" panose="020B0804030202020204" pitchFamily="34" charset="0"/>
                <a:cs typeface="HelveticaNowDisplay Bold" panose="020B0804030202020204" pitchFamily="34" charset="0"/>
              </a:endParaRPr>
            </a:p>
          </p:txBody>
        </p:sp>
        <p:sp>
          <p:nvSpPr>
            <p:cNvPr id="3" name="TextBox 2">
              <a:extLst>
                <a:ext uri="{FF2B5EF4-FFF2-40B4-BE49-F238E27FC236}">
                  <a16:creationId xmlns:a16="http://schemas.microsoft.com/office/drawing/2014/main" id="{2496B59B-E741-76BC-18C1-41A0C7E319D7}"/>
                </a:ext>
              </a:extLst>
            </p:cNvPr>
            <p:cNvSpPr txBox="1"/>
            <p:nvPr/>
          </p:nvSpPr>
          <p:spPr>
            <a:xfrm>
              <a:off x="4511072" y="1560036"/>
              <a:ext cx="2865056" cy="369332"/>
            </a:xfrm>
            <a:prstGeom prst="rect">
              <a:avLst/>
            </a:prstGeom>
            <a:noFill/>
          </p:spPr>
          <p:txBody>
            <a:bodyPr wrap="square" rtlCol="0">
              <a:spAutoFit/>
            </a:bodyPr>
            <a:lstStyle/>
            <a:p>
              <a:r>
                <a:rPr lang="en-US" dirty="0">
                  <a:solidFill>
                    <a:schemeClr val="bg1"/>
                  </a:solidFill>
                </a:rPr>
                <a:t>Who’s reporting for today?</a:t>
              </a:r>
              <a:endParaRPr lang="en-PH" dirty="0">
                <a:solidFill>
                  <a:schemeClr val="bg1"/>
                </a:solidFill>
              </a:endParaRPr>
            </a:p>
          </p:txBody>
        </p:sp>
      </p:grpSp>
      <p:grpSp>
        <p:nvGrpSpPr>
          <p:cNvPr id="43" name="Group 42">
            <a:extLst>
              <a:ext uri="{FF2B5EF4-FFF2-40B4-BE49-F238E27FC236}">
                <a16:creationId xmlns:a16="http://schemas.microsoft.com/office/drawing/2014/main" id="{8C8DCF7A-AF27-92F2-A327-0DFA543CB2D9}"/>
              </a:ext>
            </a:extLst>
          </p:cNvPr>
          <p:cNvGrpSpPr/>
          <p:nvPr/>
        </p:nvGrpSpPr>
        <p:grpSpPr>
          <a:xfrm>
            <a:off x="1640" y="1118256"/>
            <a:ext cx="3668740" cy="4585925"/>
            <a:chOff x="8306751" y="1069661"/>
            <a:chExt cx="3668740" cy="4585925"/>
          </a:xfrm>
        </p:grpSpPr>
        <p:grpSp>
          <p:nvGrpSpPr>
            <p:cNvPr id="23" name="Group 22">
              <a:extLst>
                <a:ext uri="{FF2B5EF4-FFF2-40B4-BE49-F238E27FC236}">
                  <a16:creationId xmlns:a16="http://schemas.microsoft.com/office/drawing/2014/main" id="{17972FB2-CE41-2266-0118-A46FC87F91EE}"/>
                </a:ext>
              </a:extLst>
            </p:cNvPr>
            <p:cNvGrpSpPr/>
            <p:nvPr/>
          </p:nvGrpSpPr>
          <p:grpSpPr>
            <a:xfrm>
              <a:off x="8963893" y="2987953"/>
              <a:ext cx="2354457" cy="1698325"/>
              <a:chOff x="739413" y="2998113"/>
              <a:chExt cx="2354457" cy="1698325"/>
            </a:xfrm>
            <a:effectLst>
              <a:outerShdw blurRad="50800" dist="38100" dir="5400000" algn="t" rotWithShape="0">
                <a:prstClr val="black">
                  <a:alpha val="40000"/>
                </a:prstClr>
              </a:outerShdw>
            </a:effectLst>
          </p:grpSpPr>
          <p:sp>
            <p:nvSpPr>
              <p:cNvPr id="25" name="TextBox 24">
                <a:extLst>
                  <a:ext uri="{FF2B5EF4-FFF2-40B4-BE49-F238E27FC236}">
                    <a16:creationId xmlns:a16="http://schemas.microsoft.com/office/drawing/2014/main" id="{8CEA0E64-BD2F-98DB-9A0D-8946F6D6006A}"/>
                  </a:ext>
                </a:extLst>
              </p:cNvPr>
              <p:cNvSpPr txBox="1"/>
              <p:nvPr/>
            </p:nvSpPr>
            <p:spPr>
              <a:xfrm>
                <a:off x="1512328" y="2998113"/>
                <a:ext cx="505621" cy="861774"/>
              </a:xfrm>
              <a:prstGeom prst="rect">
                <a:avLst/>
              </a:prstGeom>
              <a:noFill/>
            </p:spPr>
            <p:txBody>
              <a:bodyPr wrap="square" rtlCol="0">
                <a:spAutoFit/>
              </a:bodyPr>
              <a:lstStyle/>
              <a:p>
                <a:endParaRPr lang="en-PH" sz="5000" b="1" dirty="0">
                  <a:solidFill>
                    <a:schemeClr val="bg1"/>
                  </a:solidFill>
                </a:endParaRPr>
              </a:p>
            </p:txBody>
          </p:sp>
          <p:sp>
            <p:nvSpPr>
              <p:cNvPr id="26" name="TextBox 25">
                <a:extLst>
                  <a:ext uri="{FF2B5EF4-FFF2-40B4-BE49-F238E27FC236}">
                    <a16:creationId xmlns:a16="http://schemas.microsoft.com/office/drawing/2014/main" id="{103FB042-0D5B-C55A-AA70-A6C1618999C7}"/>
                  </a:ext>
                </a:extLst>
              </p:cNvPr>
              <p:cNvSpPr txBox="1"/>
              <p:nvPr/>
            </p:nvSpPr>
            <p:spPr>
              <a:xfrm>
                <a:off x="739413" y="4327106"/>
                <a:ext cx="2354457" cy="369332"/>
              </a:xfrm>
              <a:prstGeom prst="rect">
                <a:avLst/>
              </a:prstGeom>
              <a:noFill/>
            </p:spPr>
            <p:txBody>
              <a:bodyPr wrap="square" rtlCol="0">
                <a:spAutoFit/>
              </a:bodyPr>
              <a:lstStyle/>
              <a:p>
                <a:r>
                  <a:rPr lang="en-PH" b="1" dirty="0">
                    <a:solidFill>
                      <a:schemeClr val="bg1"/>
                    </a:solidFill>
                    <a:latin typeface="HelveticaNowDisplay Bold" panose="020B0804030202020204" pitchFamily="34" charset="0"/>
                    <a:cs typeface="HelveticaNowDisplay Bold" panose="020B0804030202020204" pitchFamily="34" charset="0"/>
                  </a:rPr>
                  <a:t>Palomares, Charles</a:t>
                </a:r>
              </a:p>
            </p:txBody>
          </p:sp>
        </p:grpSp>
        <p:pic>
          <p:nvPicPr>
            <p:cNvPr id="37" name="Picture 36">
              <a:extLst>
                <a:ext uri="{FF2B5EF4-FFF2-40B4-BE49-F238E27FC236}">
                  <a16:creationId xmlns:a16="http://schemas.microsoft.com/office/drawing/2014/main" id="{46C433AD-991A-BB25-E669-72231E223F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6751" y="1069661"/>
              <a:ext cx="3668740" cy="4585925"/>
            </a:xfrm>
            <a:prstGeom prst="rect">
              <a:avLst/>
            </a:prstGeom>
          </p:spPr>
        </p:pic>
      </p:grpSp>
      <p:pic>
        <p:nvPicPr>
          <p:cNvPr id="48" name="Picture 47">
            <a:extLst>
              <a:ext uri="{FF2B5EF4-FFF2-40B4-BE49-F238E27FC236}">
                <a16:creationId xmlns:a16="http://schemas.microsoft.com/office/drawing/2014/main" id="{50FF7A83-F28F-C247-B898-6A724C73534B}"/>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809777" y="1717368"/>
            <a:ext cx="480060" cy="480060"/>
          </a:xfrm>
          <a:prstGeom prst="rect">
            <a:avLst/>
          </a:prstGeom>
        </p:spPr>
      </p:pic>
      <p:grpSp>
        <p:nvGrpSpPr>
          <p:cNvPr id="30" name="Group 29">
            <a:extLst>
              <a:ext uri="{FF2B5EF4-FFF2-40B4-BE49-F238E27FC236}">
                <a16:creationId xmlns:a16="http://schemas.microsoft.com/office/drawing/2014/main" id="{8DBB9CE3-D404-944E-3BB1-54D371D07862}"/>
              </a:ext>
            </a:extLst>
          </p:cNvPr>
          <p:cNvGrpSpPr/>
          <p:nvPr/>
        </p:nvGrpSpPr>
        <p:grpSpPr>
          <a:xfrm>
            <a:off x="2014590" y="733600"/>
            <a:ext cx="4068800" cy="5085999"/>
            <a:chOff x="8252830" y="733600"/>
            <a:chExt cx="4068800" cy="5085999"/>
          </a:xfrm>
        </p:grpSpPr>
        <p:grpSp>
          <p:nvGrpSpPr>
            <p:cNvPr id="19" name="Group 18">
              <a:extLst>
                <a:ext uri="{FF2B5EF4-FFF2-40B4-BE49-F238E27FC236}">
                  <a16:creationId xmlns:a16="http://schemas.microsoft.com/office/drawing/2014/main" id="{054DA775-89B4-8B34-DECF-68B8ADCA28B6}"/>
                </a:ext>
              </a:extLst>
            </p:cNvPr>
            <p:cNvGrpSpPr/>
            <p:nvPr/>
          </p:nvGrpSpPr>
          <p:grpSpPr>
            <a:xfrm>
              <a:off x="9537807" y="3058290"/>
              <a:ext cx="1706618" cy="1675324"/>
              <a:chOff x="1164640" y="2998113"/>
              <a:chExt cx="1706618" cy="1675324"/>
            </a:xfrm>
            <a:effectLst>
              <a:outerShdw blurRad="50800" dist="38100" dir="5400000" algn="t" rotWithShape="0">
                <a:prstClr val="black">
                  <a:alpha val="40000"/>
                </a:prstClr>
              </a:outerShdw>
            </a:effectLst>
          </p:grpSpPr>
          <p:sp>
            <p:nvSpPr>
              <p:cNvPr id="21" name="TextBox 20">
                <a:extLst>
                  <a:ext uri="{FF2B5EF4-FFF2-40B4-BE49-F238E27FC236}">
                    <a16:creationId xmlns:a16="http://schemas.microsoft.com/office/drawing/2014/main" id="{D6A57C5E-69BD-5A53-D083-12769F39F332}"/>
                  </a:ext>
                </a:extLst>
              </p:cNvPr>
              <p:cNvSpPr txBox="1"/>
              <p:nvPr/>
            </p:nvSpPr>
            <p:spPr>
              <a:xfrm>
                <a:off x="1512328" y="2998113"/>
                <a:ext cx="505621" cy="861774"/>
              </a:xfrm>
              <a:prstGeom prst="rect">
                <a:avLst/>
              </a:prstGeom>
              <a:noFill/>
            </p:spPr>
            <p:txBody>
              <a:bodyPr wrap="square" rtlCol="0">
                <a:spAutoFit/>
              </a:bodyPr>
              <a:lstStyle/>
              <a:p>
                <a:endParaRPr lang="en-PH" sz="5000" b="1" dirty="0">
                  <a:solidFill>
                    <a:schemeClr val="bg1"/>
                  </a:solidFill>
                </a:endParaRPr>
              </a:p>
            </p:txBody>
          </p:sp>
          <p:sp>
            <p:nvSpPr>
              <p:cNvPr id="24" name="TextBox 23">
                <a:extLst>
                  <a:ext uri="{FF2B5EF4-FFF2-40B4-BE49-F238E27FC236}">
                    <a16:creationId xmlns:a16="http://schemas.microsoft.com/office/drawing/2014/main" id="{1ACEBBA9-4A4E-5F50-9368-FC954B5A583C}"/>
                  </a:ext>
                </a:extLst>
              </p:cNvPr>
              <p:cNvSpPr txBox="1"/>
              <p:nvPr/>
            </p:nvSpPr>
            <p:spPr>
              <a:xfrm>
                <a:off x="1164640" y="4304105"/>
                <a:ext cx="1706618" cy="369332"/>
              </a:xfrm>
              <a:prstGeom prst="rect">
                <a:avLst/>
              </a:prstGeom>
              <a:noFill/>
            </p:spPr>
            <p:txBody>
              <a:bodyPr wrap="square" rtlCol="0">
                <a:spAutoFit/>
              </a:bodyPr>
              <a:lstStyle/>
              <a:p>
                <a:r>
                  <a:rPr lang="en-PH" b="1" dirty="0">
                    <a:solidFill>
                      <a:schemeClr val="bg1"/>
                    </a:solidFill>
                    <a:latin typeface="HelveticaNowDisplay Bold" panose="020B0804030202020204" pitchFamily="34" charset="0"/>
                    <a:cs typeface="HelveticaNowDisplay Bold" panose="020B0804030202020204" pitchFamily="34" charset="0"/>
                  </a:rPr>
                  <a:t>Reyes, Jamie</a:t>
                </a:r>
              </a:p>
            </p:txBody>
          </p:sp>
        </p:grpSp>
        <p:pic>
          <p:nvPicPr>
            <p:cNvPr id="28" name="Picture 27">
              <a:extLst>
                <a:ext uri="{FF2B5EF4-FFF2-40B4-BE49-F238E27FC236}">
                  <a16:creationId xmlns:a16="http://schemas.microsoft.com/office/drawing/2014/main" id="{7DA25505-68BA-D1FD-E43A-4DE8C56D8CA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52830" y="733600"/>
              <a:ext cx="4068800" cy="5085999"/>
            </a:xfrm>
            <a:prstGeom prst="rect">
              <a:avLst/>
            </a:prstGeom>
          </p:spPr>
        </p:pic>
      </p:grpSp>
    </p:spTree>
    <p:extLst>
      <p:ext uri="{BB962C8B-B14F-4D97-AF65-F5344CB8AC3E}">
        <p14:creationId xmlns:p14="http://schemas.microsoft.com/office/powerpoint/2010/main" val="2957748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00B8FF"/>
            </a:gs>
            <a:gs pos="100000">
              <a:srgbClr val="002BFF"/>
            </a:gs>
          </a:gsLst>
          <a:lin ang="5400000" scaled="1"/>
        </a:gradFill>
        <a:effectLst/>
      </p:bgPr>
    </p:bg>
    <p:spTree>
      <p:nvGrpSpPr>
        <p:cNvPr id="1" name="">
          <a:extLst>
            <a:ext uri="{FF2B5EF4-FFF2-40B4-BE49-F238E27FC236}">
              <a16:creationId xmlns:a16="http://schemas.microsoft.com/office/drawing/2014/main" id="{9BEC7115-63C2-ADBB-F436-BD3AB864E0B8}"/>
            </a:ext>
          </a:extLst>
        </p:cNvPr>
        <p:cNvGrpSpPr/>
        <p:nvPr/>
      </p:nvGrpSpPr>
      <p:grpSpPr>
        <a:xfrm>
          <a:off x="0" y="0"/>
          <a:ext cx="0" cy="0"/>
          <a:chOff x="0" y="0"/>
          <a:chExt cx="0" cy="0"/>
        </a:xfrm>
      </p:grpSpPr>
      <p:sp>
        <p:nvSpPr>
          <p:cNvPr id="4" name="AutoShape 2" descr="Обои по теме Sony Playstation">
            <a:extLst>
              <a:ext uri="{FF2B5EF4-FFF2-40B4-BE49-F238E27FC236}">
                <a16:creationId xmlns:a16="http://schemas.microsoft.com/office/drawing/2014/main" id="{41626C79-6EF0-5C77-B788-EF00ACE5555A}"/>
              </a:ext>
            </a:extLst>
          </p:cNvPr>
          <p:cNvSpPr>
            <a:spLocks noChangeAspect="1" noChangeArrowheads="1"/>
          </p:cNvSpPr>
          <p:nvPr/>
        </p:nvSpPr>
        <p:spPr bwMode="auto">
          <a:xfrm>
            <a:off x="5943600" y="3276600"/>
            <a:ext cx="4937760" cy="4937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2052" name="Picture 4" descr="Persona 5 Royal on Steam">
            <a:extLst>
              <a:ext uri="{FF2B5EF4-FFF2-40B4-BE49-F238E27FC236}">
                <a16:creationId xmlns:a16="http://schemas.microsoft.com/office/drawing/2014/main" id="{7839FFB5-EBC7-7E79-29A0-F83616AC7D1A}"/>
              </a:ext>
            </a:extLst>
          </p:cNvPr>
          <p:cNvPicPr>
            <a:picLocks noChangeAspect="1" noChangeArrowheads="1"/>
          </p:cNvPicPr>
          <p:nvPr/>
        </p:nvPicPr>
        <p:blipFill>
          <a:blip r:embed="rId2">
            <a:alphaModFix amt="41000"/>
            <a:extLst>
              <a:ext uri="{28A0092B-C50C-407E-A947-70E740481C1C}">
                <a14:useLocalDpi xmlns:a14="http://schemas.microsoft.com/office/drawing/2010/main" val="0"/>
              </a:ext>
            </a:extLst>
          </a:blip>
          <a:srcRect/>
          <a:stretch>
            <a:fillRect/>
          </a:stretch>
        </p:blipFill>
        <p:spPr bwMode="auto">
          <a:xfrm>
            <a:off x="-6654" y="0"/>
            <a:ext cx="12198654" cy="6828616"/>
          </a:xfrm>
          <a:prstGeom prst="rect">
            <a:avLst/>
          </a:prstGeom>
          <a:noFill/>
          <a:effectLst>
            <a:outerShdw blurRad="50800" dist="50800" dir="5400000" algn="ctr" rotWithShape="0">
              <a:srgbClr val="000000"/>
            </a:outerShdw>
          </a:effectLst>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38045E13-72E4-39AC-251C-112D139AE258}"/>
              </a:ext>
            </a:extLst>
          </p:cNvPr>
          <p:cNvSpPr/>
          <p:nvPr/>
        </p:nvSpPr>
        <p:spPr>
          <a:xfrm>
            <a:off x="319076" y="1124028"/>
            <a:ext cx="1703987" cy="2045752"/>
          </a:xfrm>
          <a:prstGeom prst="rect">
            <a:avLst/>
          </a:prstGeom>
          <a:solidFill>
            <a:srgbClr val="0563A3"/>
          </a:solidFill>
          <a:ln>
            <a:noFill/>
          </a:ln>
          <a:effectLst>
            <a:glow rad="114300">
              <a:schemeClr val="bg1">
                <a:alpha val="31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42" name="Group 41">
            <a:extLst>
              <a:ext uri="{FF2B5EF4-FFF2-40B4-BE49-F238E27FC236}">
                <a16:creationId xmlns:a16="http://schemas.microsoft.com/office/drawing/2014/main" id="{0EAAB81E-6EF1-CD99-DB2C-9ED9B18C7B59}"/>
              </a:ext>
            </a:extLst>
          </p:cNvPr>
          <p:cNvGrpSpPr/>
          <p:nvPr/>
        </p:nvGrpSpPr>
        <p:grpSpPr>
          <a:xfrm>
            <a:off x="1895451" y="372119"/>
            <a:ext cx="2839656" cy="3549570"/>
            <a:chOff x="1895451" y="372119"/>
            <a:chExt cx="2839656" cy="3549570"/>
          </a:xfrm>
        </p:grpSpPr>
        <p:sp>
          <p:nvSpPr>
            <p:cNvPr id="16" name="Rectangle 15">
              <a:extLst>
                <a:ext uri="{FF2B5EF4-FFF2-40B4-BE49-F238E27FC236}">
                  <a16:creationId xmlns:a16="http://schemas.microsoft.com/office/drawing/2014/main" id="{9B9B81E6-BC1D-6E21-5986-8B5441BE97C7}"/>
                </a:ext>
              </a:extLst>
            </p:cNvPr>
            <p:cNvSpPr/>
            <p:nvPr/>
          </p:nvSpPr>
          <p:spPr>
            <a:xfrm>
              <a:off x="2139171" y="1124027"/>
              <a:ext cx="1552575" cy="15525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solidFill>
                  <a:schemeClr val="bg2">
                    <a:lumMod val="75000"/>
                  </a:schemeClr>
                </a:solidFill>
              </a:endParaRPr>
            </a:p>
          </p:txBody>
        </p:sp>
        <p:pic>
          <p:nvPicPr>
            <p:cNvPr id="41" name="Picture 40">
              <a:extLst>
                <a:ext uri="{FF2B5EF4-FFF2-40B4-BE49-F238E27FC236}">
                  <a16:creationId xmlns:a16="http://schemas.microsoft.com/office/drawing/2014/main" id="{F4B25509-9C6C-3EB4-E0B2-464D287BBA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95451" y="372119"/>
              <a:ext cx="2839656" cy="3549570"/>
            </a:xfrm>
            <a:prstGeom prst="rect">
              <a:avLst/>
            </a:prstGeom>
            <a:effectLst>
              <a:outerShdw blurRad="50800" dist="38100" dir="5400000" algn="t" rotWithShape="0">
                <a:schemeClr val="bg1">
                  <a:alpha val="40000"/>
                </a:schemeClr>
              </a:outerShdw>
            </a:effectLst>
          </p:spPr>
        </p:pic>
      </p:grpSp>
      <p:pic>
        <p:nvPicPr>
          <p:cNvPr id="18" name="Picture 17">
            <a:extLst>
              <a:ext uri="{FF2B5EF4-FFF2-40B4-BE49-F238E27FC236}">
                <a16:creationId xmlns:a16="http://schemas.microsoft.com/office/drawing/2014/main" id="{0F909CDF-E0CA-8D6D-1788-CD38183C88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4012" y="1473578"/>
            <a:ext cx="1203024" cy="1203024"/>
          </a:xfrm>
          <a:prstGeom prst="rect">
            <a:avLst/>
          </a:prstGeom>
        </p:spPr>
      </p:pic>
      <p:sp>
        <p:nvSpPr>
          <p:cNvPr id="20" name="TextBox 19">
            <a:extLst>
              <a:ext uri="{FF2B5EF4-FFF2-40B4-BE49-F238E27FC236}">
                <a16:creationId xmlns:a16="http://schemas.microsoft.com/office/drawing/2014/main" id="{2F44D161-842D-8BBA-5E39-AB33CFB3D634}"/>
              </a:ext>
            </a:extLst>
          </p:cNvPr>
          <p:cNvSpPr txBox="1"/>
          <p:nvPr/>
        </p:nvSpPr>
        <p:spPr>
          <a:xfrm>
            <a:off x="2139171" y="2951946"/>
            <a:ext cx="2754775" cy="477054"/>
          </a:xfrm>
          <a:prstGeom prst="rect">
            <a:avLst/>
          </a:prstGeom>
          <a:noFill/>
          <a:effectLst>
            <a:outerShdw blurRad="50800" dist="38100" dir="5400000" algn="t" rotWithShape="0">
              <a:schemeClr val="bg1">
                <a:alpha val="40000"/>
              </a:schemeClr>
            </a:outerShdw>
          </a:effectLst>
        </p:spPr>
        <p:txBody>
          <a:bodyPr wrap="square" rtlCol="0">
            <a:spAutoFit/>
          </a:bodyPr>
          <a:lstStyle/>
          <a:p>
            <a:r>
              <a:rPr lang="en-PH" sz="2500" b="1" dirty="0" err="1">
                <a:solidFill>
                  <a:schemeClr val="bg1"/>
                </a:solidFill>
                <a:latin typeface="HelveticaNowDisplay Bold" panose="020B0804030202020204" pitchFamily="34" charset="0"/>
                <a:cs typeface="HelveticaNowDisplay Bold" panose="020B0804030202020204" pitchFamily="34" charset="0"/>
              </a:rPr>
              <a:t>Playstation</a:t>
            </a:r>
            <a:r>
              <a:rPr lang="en-PH" sz="2500" b="1" dirty="0">
                <a:solidFill>
                  <a:schemeClr val="bg1"/>
                </a:solidFill>
                <a:latin typeface="HelveticaNowDisplay Bold" panose="020B0804030202020204" pitchFamily="34" charset="0"/>
                <a:cs typeface="HelveticaNowDisplay Bold" panose="020B0804030202020204" pitchFamily="34" charset="0"/>
              </a:rPr>
              <a:t> Store</a:t>
            </a:r>
          </a:p>
        </p:txBody>
      </p:sp>
      <p:pic>
        <p:nvPicPr>
          <p:cNvPr id="27" name="Picture 26">
            <a:extLst>
              <a:ext uri="{FF2B5EF4-FFF2-40B4-BE49-F238E27FC236}">
                <a16:creationId xmlns:a16="http://schemas.microsoft.com/office/drawing/2014/main" id="{1BE134D0-AE8A-C063-3229-8B9E720734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42220" y="-14303"/>
            <a:ext cx="739140" cy="923925"/>
          </a:xfrm>
          <a:prstGeom prst="rect">
            <a:avLst/>
          </a:prstGeom>
        </p:spPr>
      </p:pic>
      <p:cxnSp>
        <p:nvCxnSpPr>
          <p:cNvPr id="31" name="Straight Connector 30">
            <a:extLst>
              <a:ext uri="{FF2B5EF4-FFF2-40B4-BE49-F238E27FC236}">
                <a16:creationId xmlns:a16="http://schemas.microsoft.com/office/drawing/2014/main" id="{40956839-8929-99BC-AE90-2D6851C576A5}"/>
              </a:ext>
            </a:extLst>
          </p:cNvPr>
          <p:cNvCxnSpPr/>
          <p:nvPr/>
        </p:nvCxnSpPr>
        <p:spPr>
          <a:xfrm>
            <a:off x="208344" y="801680"/>
            <a:ext cx="11725155" cy="0"/>
          </a:xfrm>
          <a:prstGeom prst="line">
            <a:avLst/>
          </a:prstGeom>
          <a:ln>
            <a:solidFill>
              <a:srgbClr val="F0F8FD"/>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E7BA4129-7CFE-A0B7-FEEB-4CF21396AC06}"/>
              </a:ext>
            </a:extLst>
          </p:cNvPr>
          <p:cNvSpPr txBox="1"/>
          <p:nvPr/>
        </p:nvSpPr>
        <p:spPr>
          <a:xfrm>
            <a:off x="10962640" y="293772"/>
            <a:ext cx="965200" cy="307777"/>
          </a:xfrm>
          <a:prstGeom prst="rect">
            <a:avLst/>
          </a:prstGeom>
          <a:noFill/>
        </p:spPr>
        <p:txBody>
          <a:bodyPr wrap="square" rtlCol="0">
            <a:spAutoFit/>
          </a:bodyPr>
          <a:lstStyle/>
          <a:p>
            <a:r>
              <a:rPr lang="en-PH" sz="1400" b="1" dirty="0">
                <a:solidFill>
                  <a:schemeClr val="bg1"/>
                </a:solidFill>
                <a:latin typeface="HelveticaNowDisplay Bold" panose="020B0804030202020204" pitchFamily="34" charset="0"/>
                <a:cs typeface="HelveticaNowDisplay Bold" panose="020B0804030202020204" pitchFamily="34" charset="0"/>
              </a:rPr>
              <a:t>10:45 AM</a:t>
            </a:r>
          </a:p>
        </p:txBody>
      </p:sp>
      <p:pic>
        <p:nvPicPr>
          <p:cNvPr id="34" name="Picture 33">
            <a:extLst>
              <a:ext uri="{FF2B5EF4-FFF2-40B4-BE49-F238E27FC236}">
                <a16:creationId xmlns:a16="http://schemas.microsoft.com/office/drawing/2014/main" id="{69129F70-1FD0-0F87-4BC1-D628A392C166}"/>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731349" y="336057"/>
            <a:ext cx="245163" cy="245163"/>
          </a:xfrm>
          <a:prstGeom prst="rect">
            <a:avLst/>
          </a:prstGeom>
        </p:spPr>
      </p:pic>
      <p:pic>
        <p:nvPicPr>
          <p:cNvPr id="36" name="Picture 35">
            <a:extLst>
              <a:ext uri="{FF2B5EF4-FFF2-40B4-BE49-F238E27FC236}">
                <a16:creationId xmlns:a16="http://schemas.microsoft.com/office/drawing/2014/main" id="{F0EB958E-AB8E-7F74-3489-2D6FFC23170E}"/>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100000"/>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rot="5400000">
            <a:off x="9187141" y="336056"/>
            <a:ext cx="245163" cy="245163"/>
          </a:xfrm>
          <a:prstGeom prst="rect">
            <a:avLst/>
          </a:prstGeom>
        </p:spPr>
      </p:pic>
      <p:sp>
        <p:nvSpPr>
          <p:cNvPr id="38" name="TextBox 37">
            <a:extLst>
              <a:ext uri="{FF2B5EF4-FFF2-40B4-BE49-F238E27FC236}">
                <a16:creationId xmlns:a16="http://schemas.microsoft.com/office/drawing/2014/main" id="{54A12C6C-9BE8-4F39-CE36-2D75CBDE3179}"/>
              </a:ext>
            </a:extLst>
          </p:cNvPr>
          <p:cNvSpPr txBox="1"/>
          <p:nvPr/>
        </p:nvSpPr>
        <p:spPr>
          <a:xfrm>
            <a:off x="208344" y="247273"/>
            <a:ext cx="1102296" cy="400110"/>
          </a:xfrm>
          <a:prstGeom prst="rect">
            <a:avLst/>
          </a:prstGeom>
          <a:noFill/>
        </p:spPr>
        <p:txBody>
          <a:bodyPr wrap="square" rtlCol="0">
            <a:spAutoFit/>
          </a:bodyPr>
          <a:lstStyle/>
          <a:p>
            <a:r>
              <a:rPr lang="en-PH" sz="2000" b="1" dirty="0">
                <a:solidFill>
                  <a:schemeClr val="bg1"/>
                </a:solidFill>
                <a:latin typeface="HelveticaNowDisplay Bold" panose="020B0804030202020204" pitchFamily="34" charset="0"/>
                <a:cs typeface="HelveticaNowDisplay Bold" panose="020B0804030202020204" pitchFamily="34" charset="0"/>
              </a:rPr>
              <a:t>Games</a:t>
            </a:r>
          </a:p>
        </p:txBody>
      </p:sp>
      <p:sp>
        <p:nvSpPr>
          <p:cNvPr id="39" name="TextBox 38">
            <a:extLst>
              <a:ext uri="{FF2B5EF4-FFF2-40B4-BE49-F238E27FC236}">
                <a16:creationId xmlns:a16="http://schemas.microsoft.com/office/drawing/2014/main" id="{B7DCFBD1-5FF8-D58D-693E-90172CA357BF}"/>
              </a:ext>
            </a:extLst>
          </p:cNvPr>
          <p:cNvSpPr txBox="1"/>
          <p:nvPr/>
        </p:nvSpPr>
        <p:spPr>
          <a:xfrm>
            <a:off x="1285562" y="279276"/>
            <a:ext cx="1102296" cy="400110"/>
          </a:xfrm>
          <a:prstGeom prst="rect">
            <a:avLst/>
          </a:prstGeom>
          <a:noFill/>
        </p:spPr>
        <p:txBody>
          <a:bodyPr wrap="square" rtlCol="0">
            <a:spAutoFit/>
          </a:bodyPr>
          <a:lstStyle/>
          <a:p>
            <a:r>
              <a:rPr lang="en-PH" sz="2000" dirty="0">
                <a:solidFill>
                  <a:schemeClr val="bg2">
                    <a:lumMod val="75000"/>
                  </a:schemeClr>
                </a:solidFill>
                <a:latin typeface="Arial" panose="020B0604020202020204" pitchFamily="34" charset="0"/>
                <a:cs typeface="Arial" panose="020B0604020202020204" pitchFamily="34" charset="0"/>
              </a:rPr>
              <a:t>Media</a:t>
            </a:r>
          </a:p>
        </p:txBody>
      </p:sp>
      <p:pic>
        <p:nvPicPr>
          <p:cNvPr id="45" name="Picture 44">
            <a:extLst>
              <a:ext uri="{FF2B5EF4-FFF2-40B4-BE49-F238E27FC236}">
                <a16:creationId xmlns:a16="http://schemas.microsoft.com/office/drawing/2014/main" id="{E3181393-EAC3-202D-E90D-4833C7D86FE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807854" y="1124026"/>
            <a:ext cx="1552575" cy="1566875"/>
          </a:xfrm>
          <a:prstGeom prst="rect">
            <a:avLst/>
          </a:prstGeom>
        </p:spPr>
      </p:pic>
      <p:pic>
        <p:nvPicPr>
          <p:cNvPr id="47" name="Picture 46">
            <a:extLst>
              <a:ext uri="{FF2B5EF4-FFF2-40B4-BE49-F238E27FC236}">
                <a16:creationId xmlns:a16="http://schemas.microsoft.com/office/drawing/2014/main" id="{334231CD-8F8B-8A5E-6406-ECA1C3690C7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476537" y="1124026"/>
            <a:ext cx="1552574" cy="1566875"/>
          </a:xfrm>
          <a:prstGeom prst="rect">
            <a:avLst/>
          </a:prstGeom>
        </p:spPr>
      </p:pic>
    </p:spTree>
    <p:extLst>
      <p:ext uri="{BB962C8B-B14F-4D97-AF65-F5344CB8AC3E}">
        <p14:creationId xmlns:p14="http://schemas.microsoft.com/office/powerpoint/2010/main" val="37940986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00B8FF"/>
            </a:gs>
            <a:gs pos="100000">
              <a:srgbClr val="002BFF"/>
            </a:gs>
          </a:gsLst>
          <a:lin ang="5400000" scaled="1"/>
        </a:gradFill>
        <a:effectLst/>
      </p:bgPr>
    </p:bg>
    <p:spTree>
      <p:nvGrpSpPr>
        <p:cNvPr id="1" name="">
          <a:extLst>
            <a:ext uri="{FF2B5EF4-FFF2-40B4-BE49-F238E27FC236}">
              <a16:creationId xmlns:a16="http://schemas.microsoft.com/office/drawing/2014/main" id="{D057CA66-8EF9-A5C8-5DB5-C413FC791426}"/>
            </a:ext>
          </a:extLst>
        </p:cNvPr>
        <p:cNvGrpSpPr/>
        <p:nvPr/>
      </p:nvGrpSpPr>
      <p:grpSpPr>
        <a:xfrm>
          <a:off x="0" y="0"/>
          <a:ext cx="0" cy="0"/>
          <a:chOff x="0" y="0"/>
          <a:chExt cx="0" cy="0"/>
        </a:xfrm>
      </p:grpSpPr>
      <p:sp>
        <p:nvSpPr>
          <p:cNvPr id="4" name="AutoShape 2" descr="Обои по теме Sony Playstation">
            <a:extLst>
              <a:ext uri="{FF2B5EF4-FFF2-40B4-BE49-F238E27FC236}">
                <a16:creationId xmlns:a16="http://schemas.microsoft.com/office/drawing/2014/main" id="{E0D2A82E-B3F6-5918-F457-7F241E7C403B}"/>
              </a:ext>
            </a:extLst>
          </p:cNvPr>
          <p:cNvSpPr>
            <a:spLocks noChangeAspect="1" noChangeArrowheads="1"/>
          </p:cNvSpPr>
          <p:nvPr/>
        </p:nvSpPr>
        <p:spPr bwMode="auto">
          <a:xfrm>
            <a:off x="5943600" y="3276600"/>
            <a:ext cx="4937760" cy="4937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3" name="Picture 2">
            <a:extLst>
              <a:ext uri="{FF2B5EF4-FFF2-40B4-BE49-F238E27FC236}">
                <a16:creationId xmlns:a16="http://schemas.microsoft.com/office/drawing/2014/main" id="{CEDBB051-5432-00B6-2486-17C032D1D43F}"/>
              </a:ext>
            </a:extLst>
          </p:cNvPr>
          <p:cNvPicPr>
            <a:picLocks noChangeAspect="1"/>
          </p:cNvPicPr>
          <p:nvPr/>
        </p:nvPicPr>
        <p:blipFill>
          <a:blip r:embed="rId2">
            <a:alphaModFix amt="22000"/>
            <a:extLst>
              <a:ext uri="{BEBA8EAE-BF5A-486C-A8C5-ECC9F3942E4B}">
                <a14:imgProps xmlns:a14="http://schemas.microsoft.com/office/drawing/2010/main">
                  <a14:imgLayer r:embed="rId3">
                    <a14:imgEffect>
                      <a14:brightnessContrast bright="-44000"/>
                    </a14:imgEffect>
                  </a14:imgLayer>
                </a14:imgProps>
              </a:ext>
              <a:ext uri="{28A0092B-C50C-407E-A947-70E740481C1C}">
                <a14:useLocalDpi xmlns:a14="http://schemas.microsoft.com/office/drawing/2010/main" val="0"/>
              </a:ext>
            </a:extLst>
          </a:blip>
          <a:stretch>
            <a:fillRect/>
          </a:stretch>
        </p:blipFill>
        <p:spPr>
          <a:xfrm>
            <a:off x="-50158" y="-14303"/>
            <a:ext cx="12242157" cy="6970688"/>
          </a:xfrm>
          <a:prstGeom prst="rect">
            <a:avLst/>
          </a:prstGeom>
        </p:spPr>
      </p:pic>
      <p:grpSp>
        <p:nvGrpSpPr>
          <p:cNvPr id="42" name="Group 41">
            <a:extLst>
              <a:ext uri="{FF2B5EF4-FFF2-40B4-BE49-F238E27FC236}">
                <a16:creationId xmlns:a16="http://schemas.microsoft.com/office/drawing/2014/main" id="{12BCD7F8-11A2-FCE4-EC90-B0AB93E073B4}"/>
              </a:ext>
            </a:extLst>
          </p:cNvPr>
          <p:cNvGrpSpPr/>
          <p:nvPr/>
        </p:nvGrpSpPr>
        <p:grpSpPr>
          <a:xfrm>
            <a:off x="1836710" y="129050"/>
            <a:ext cx="3182400" cy="4780800"/>
            <a:chOff x="1895451" y="372119"/>
            <a:chExt cx="2839656" cy="3549570"/>
          </a:xfrm>
          <a:effectLst>
            <a:glow rad="63500">
              <a:schemeClr val="tx1">
                <a:alpha val="40000"/>
              </a:schemeClr>
            </a:glow>
          </a:effectLst>
        </p:grpSpPr>
        <p:sp>
          <p:nvSpPr>
            <p:cNvPr id="16" name="Rectangle 15">
              <a:extLst>
                <a:ext uri="{FF2B5EF4-FFF2-40B4-BE49-F238E27FC236}">
                  <a16:creationId xmlns:a16="http://schemas.microsoft.com/office/drawing/2014/main" id="{BAA5E2B7-E3D2-5B70-C619-C092863FA31C}"/>
                </a:ext>
              </a:extLst>
            </p:cNvPr>
            <p:cNvSpPr/>
            <p:nvPr/>
          </p:nvSpPr>
          <p:spPr>
            <a:xfrm>
              <a:off x="2139171" y="1124027"/>
              <a:ext cx="1552575" cy="15525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solidFill>
                  <a:schemeClr val="bg2">
                    <a:lumMod val="75000"/>
                  </a:schemeClr>
                </a:solidFill>
              </a:endParaRPr>
            </a:p>
          </p:txBody>
        </p:sp>
        <p:pic>
          <p:nvPicPr>
            <p:cNvPr id="41" name="Picture 40">
              <a:extLst>
                <a:ext uri="{FF2B5EF4-FFF2-40B4-BE49-F238E27FC236}">
                  <a16:creationId xmlns:a16="http://schemas.microsoft.com/office/drawing/2014/main" id="{C14B6D30-648F-D639-79F8-4B0B85AF29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95451" y="372119"/>
              <a:ext cx="2839656" cy="3549570"/>
            </a:xfrm>
            <a:prstGeom prst="rect">
              <a:avLst/>
            </a:prstGeom>
            <a:effectLst>
              <a:outerShdw blurRad="50800" dist="38100" dir="5400000" algn="t" rotWithShape="0">
                <a:schemeClr val="bg1">
                  <a:alpha val="40000"/>
                </a:schemeClr>
              </a:outerShdw>
            </a:effectLst>
          </p:spPr>
        </p:pic>
      </p:grpSp>
      <p:sp>
        <p:nvSpPr>
          <p:cNvPr id="11" name="Rectangle 10">
            <a:extLst>
              <a:ext uri="{FF2B5EF4-FFF2-40B4-BE49-F238E27FC236}">
                <a16:creationId xmlns:a16="http://schemas.microsoft.com/office/drawing/2014/main" id="{D2748DEB-DD40-B992-1EE8-EC4CE87C003B}"/>
              </a:ext>
            </a:extLst>
          </p:cNvPr>
          <p:cNvSpPr/>
          <p:nvPr/>
        </p:nvSpPr>
        <p:spPr>
          <a:xfrm>
            <a:off x="319076" y="1124028"/>
            <a:ext cx="1703987" cy="1566871"/>
          </a:xfrm>
          <a:prstGeom prst="rect">
            <a:avLst/>
          </a:prstGeom>
          <a:solidFill>
            <a:srgbClr val="0563A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8" name="Picture 17">
            <a:extLst>
              <a:ext uri="{FF2B5EF4-FFF2-40B4-BE49-F238E27FC236}">
                <a16:creationId xmlns:a16="http://schemas.microsoft.com/office/drawing/2014/main" id="{40C43754-7AF3-08FE-EC92-29393FEF2A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7428" y="1481066"/>
            <a:ext cx="773186" cy="773186"/>
          </a:xfrm>
          <a:prstGeom prst="rect">
            <a:avLst/>
          </a:prstGeom>
          <a:effectLst/>
        </p:spPr>
      </p:pic>
      <p:sp>
        <p:nvSpPr>
          <p:cNvPr id="20" name="TextBox 19">
            <a:extLst>
              <a:ext uri="{FF2B5EF4-FFF2-40B4-BE49-F238E27FC236}">
                <a16:creationId xmlns:a16="http://schemas.microsoft.com/office/drawing/2014/main" id="{D6371E0F-8D5B-2B3D-ECF1-28DD2BB0A331}"/>
              </a:ext>
            </a:extLst>
          </p:cNvPr>
          <p:cNvSpPr txBox="1"/>
          <p:nvPr/>
        </p:nvSpPr>
        <p:spPr>
          <a:xfrm>
            <a:off x="3892701" y="2837695"/>
            <a:ext cx="8035139" cy="1246495"/>
          </a:xfrm>
          <a:prstGeom prst="rect">
            <a:avLst/>
          </a:prstGeom>
          <a:noFill/>
          <a:effectLst>
            <a:outerShdw blurRad="50800" dist="38100" dir="5400000" algn="t" rotWithShape="0">
              <a:schemeClr val="bg1">
                <a:alpha val="40000"/>
              </a:schemeClr>
            </a:outerShdw>
          </a:effectLst>
        </p:spPr>
        <p:txBody>
          <a:bodyPr wrap="square" rtlCol="0">
            <a:spAutoFit/>
          </a:bodyPr>
          <a:lstStyle/>
          <a:p>
            <a:r>
              <a:rPr lang="en-PH" sz="2500" b="1" dirty="0">
                <a:solidFill>
                  <a:schemeClr val="bg1"/>
                </a:solidFill>
                <a:latin typeface="HelveticaNowDisplay Bold" panose="020B0804030202020204" pitchFamily="34" charset="0"/>
                <a:cs typeface="HelveticaNowDisplay Bold" panose="020B0804030202020204" pitchFamily="34" charset="0"/>
              </a:rPr>
              <a:t>Word Quest: A VR Quest-Based Game for Improving English-Language Proficiency of 10 Year-old Filipino Children</a:t>
            </a:r>
          </a:p>
        </p:txBody>
      </p:sp>
      <p:pic>
        <p:nvPicPr>
          <p:cNvPr id="27" name="Picture 26">
            <a:extLst>
              <a:ext uri="{FF2B5EF4-FFF2-40B4-BE49-F238E27FC236}">
                <a16:creationId xmlns:a16="http://schemas.microsoft.com/office/drawing/2014/main" id="{8C05F4A3-799F-923F-8AB3-C42EA59F310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42220" y="-14303"/>
            <a:ext cx="739140" cy="923925"/>
          </a:xfrm>
          <a:prstGeom prst="rect">
            <a:avLst/>
          </a:prstGeom>
        </p:spPr>
      </p:pic>
      <p:cxnSp>
        <p:nvCxnSpPr>
          <p:cNvPr id="31" name="Straight Connector 30">
            <a:extLst>
              <a:ext uri="{FF2B5EF4-FFF2-40B4-BE49-F238E27FC236}">
                <a16:creationId xmlns:a16="http://schemas.microsoft.com/office/drawing/2014/main" id="{795B4F39-E0ED-96E2-F206-58CC7DCA2168}"/>
              </a:ext>
            </a:extLst>
          </p:cNvPr>
          <p:cNvCxnSpPr/>
          <p:nvPr/>
        </p:nvCxnSpPr>
        <p:spPr>
          <a:xfrm>
            <a:off x="208344" y="801680"/>
            <a:ext cx="11725155" cy="0"/>
          </a:xfrm>
          <a:prstGeom prst="line">
            <a:avLst/>
          </a:prstGeom>
          <a:ln>
            <a:solidFill>
              <a:srgbClr val="F0F8FD"/>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8088A1A7-DD31-3FF9-B7E0-CA11ACCF041C}"/>
              </a:ext>
            </a:extLst>
          </p:cNvPr>
          <p:cNvSpPr txBox="1"/>
          <p:nvPr/>
        </p:nvSpPr>
        <p:spPr>
          <a:xfrm>
            <a:off x="10962640" y="293772"/>
            <a:ext cx="965200" cy="307777"/>
          </a:xfrm>
          <a:prstGeom prst="rect">
            <a:avLst/>
          </a:prstGeom>
          <a:noFill/>
        </p:spPr>
        <p:txBody>
          <a:bodyPr wrap="square" rtlCol="0">
            <a:spAutoFit/>
          </a:bodyPr>
          <a:lstStyle/>
          <a:p>
            <a:r>
              <a:rPr lang="en-PH" sz="1400" b="1" dirty="0">
                <a:solidFill>
                  <a:schemeClr val="bg1"/>
                </a:solidFill>
                <a:latin typeface="HelveticaNowDisplay Bold" panose="020B0804030202020204" pitchFamily="34" charset="0"/>
                <a:cs typeface="HelveticaNowDisplay Bold" panose="020B0804030202020204" pitchFamily="34" charset="0"/>
              </a:rPr>
              <a:t>10:45 AM</a:t>
            </a:r>
          </a:p>
        </p:txBody>
      </p:sp>
      <p:pic>
        <p:nvPicPr>
          <p:cNvPr id="34" name="Picture 33">
            <a:extLst>
              <a:ext uri="{FF2B5EF4-FFF2-40B4-BE49-F238E27FC236}">
                <a16:creationId xmlns:a16="http://schemas.microsoft.com/office/drawing/2014/main" id="{55C3116B-6631-70E1-06B0-09ECB76D75E1}"/>
              </a:ext>
            </a:extLst>
          </p:cNvPr>
          <p:cNvPicPr>
            <a:picLocks noChangeAspect="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731349" y="336057"/>
            <a:ext cx="245163" cy="245163"/>
          </a:xfrm>
          <a:prstGeom prst="rect">
            <a:avLst/>
          </a:prstGeom>
        </p:spPr>
      </p:pic>
      <p:pic>
        <p:nvPicPr>
          <p:cNvPr id="36" name="Picture 35">
            <a:extLst>
              <a:ext uri="{FF2B5EF4-FFF2-40B4-BE49-F238E27FC236}">
                <a16:creationId xmlns:a16="http://schemas.microsoft.com/office/drawing/2014/main" id="{52847693-017E-0FDD-F0CA-F543DCDFC306}"/>
              </a:ext>
            </a:extLst>
          </p:cNvPr>
          <p:cNvPicPr>
            <a:picLocks noChangeAspect="1"/>
          </p:cNvPicPr>
          <p:nvPr/>
        </p:nvPicPr>
        <p:blipFill>
          <a:blip r:embed="rId9">
            <a:extLst>
              <a:ext uri="{BEBA8EAE-BF5A-486C-A8C5-ECC9F3942E4B}">
                <a14:imgProps xmlns:a14="http://schemas.microsoft.com/office/drawing/2010/main">
                  <a14:imgLayer r:embed="rId10">
                    <a14:imgEffect>
                      <a14:sharpenSoften amount="100000"/>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rot="5400000">
            <a:off x="9187141" y="336056"/>
            <a:ext cx="245163" cy="245163"/>
          </a:xfrm>
          <a:prstGeom prst="rect">
            <a:avLst/>
          </a:prstGeom>
        </p:spPr>
      </p:pic>
      <p:sp>
        <p:nvSpPr>
          <p:cNvPr id="38" name="TextBox 37">
            <a:extLst>
              <a:ext uri="{FF2B5EF4-FFF2-40B4-BE49-F238E27FC236}">
                <a16:creationId xmlns:a16="http://schemas.microsoft.com/office/drawing/2014/main" id="{E6EBEDAE-6066-C922-A7FB-962661BD8432}"/>
              </a:ext>
            </a:extLst>
          </p:cNvPr>
          <p:cNvSpPr txBox="1"/>
          <p:nvPr/>
        </p:nvSpPr>
        <p:spPr>
          <a:xfrm>
            <a:off x="208344" y="247273"/>
            <a:ext cx="1102296" cy="400110"/>
          </a:xfrm>
          <a:prstGeom prst="rect">
            <a:avLst/>
          </a:prstGeom>
          <a:noFill/>
        </p:spPr>
        <p:txBody>
          <a:bodyPr wrap="square" rtlCol="0">
            <a:spAutoFit/>
          </a:bodyPr>
          <a:lstStyle/>
          <a:p>
            <a:r>
              <a:rPr lang="en-PH" sz="2000" b="1" dirty="0">
                <a:solidFill>
                  <a:schemeClr val="bg1"/>
                </a:solidFill>
                <a:latin typeface="HelveticaNowDisplay Bold" panose="020B0804030202020204" pitchFamily="34" charset="0"/>
                <a:cs typeface="HelveticaNowDisplay Bold" panose="020B0804030202020204" pitchFamily="34" charset="0"/>
              </a:rPr>
              <a:t>Games</a:t>
            </a:r>
          </a:p>
        </p:txBody>
      </p:sp>
      <p:sp>
        <p:nvSpPr>
          <p:cNvPr id="39" name="TextBox 38">
            <a:extLst>
              <a:ext uri="{FF2B5EF4-FFF2-40B4-BE49-F238E27FC236}">
                <a16:creationId xmlns:a16="http://schemas.microsoft.com/office/drawing/2014/main" id="{5DB8305D-25BD-C5EF-D7CD-B4CA28051918}"/>
              </a:ext>
            </a:extLst>
          </p:cNvPr>
          <p:cNvSpPr txBox="1"/>
          <p:nvPr/>
        </p:nvSpPr>
        <p:spPr>
          <a:xfrm>
            <a:off x="1285562" y="279276"/>
            <a:ext cx="1102296" cy="400110"/>
          </a:xfrm>
          <a:prstGeom prst="rect">
            <a:avLst/>
          </a:prstGeom>
          <a:noFill/>
          <a:effectLst>
            <a:outerShdw blurRad="50800" dist="38100" dir="5400000" algn="t" rotWithShape="0">
              <a:prstClr val="black">
                <a:alpha val="40000"/>
              </a:prstClr>
            </a:outerShdw>
          </a:effectLst>
        </p:spPr>
        <p:txBody>
          <a:bodyPr wrap="square" rtlCol="0">
            <a:spAutoFit/>
          </a:bodyPr>
          <a:lstStyle/>
          <a:p>
            <a:r>
              <a:rPr lang="en-PH" sz="2000" dirty="0">
                <a:solidFill>
                  <a:schemeClr val="bg2">
                    <a:lumMod val="75000"/>
                  </a:schemeClr>
                </a:solidFill>
                <a:latin typeface="Arial" panose="020B0604020202020204" pitchFamily="34" charset="0"/>
                <a:cs typeface="Arial" panose="020B0604020202020204" pitchFamily="34" charset="0"/>
              </a:rPr>
              <a:t>Media</a:t>
            </a:r>
          </a:p>
        </p:txBody>
      </p:sp>
      <p:pic>
        <p:nvPicPr>
          <p:cNvPr id="45" name="Picture 44">
            <a:extLst>
              <a:ext uri="{FF2B5EF4-FFF2-40B4-BE49-F238E27FC236}">
                <a16:creationId xmlns:a16="http://schemas.microsoft.com/office/drawing/2014/main" id="{B5B08C46-42C7-A584-8470-21FA9DD05E0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988600" y="1141770"/>
            <a:ext cx="1552575" cy="1566875"/>
          </a:xfrm>
          <a:prstGeom prst="rect">
            <a:avLst/>
          </a:prstGeom>
        </p:spPr>
      </p:pic>
      <p:pic>
        <p:nvPicPr>
          <p:cNvPr id="47" name="Picture 46">
            <a:extLst>
              <a:ext uri="{FF2B5EF4-FFF2-40B4-BE49-F238E27FC236}">
                <a16:creationId xmlns:a16="http://schemas.microsoft.com/office/drawing/2014/main" id="{B3A52714-5353-31E2-FBAC-BE5F45DB804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634607" y="1141770"/>
            <a:ext cx="1552574" cy="1566875"/>
          </a:xfrm>
          <a:prstGeom prst="rect">
            <a:avLst/>
          </a:prstGeom>
        </p:spPr>
      </p:pic>
      <p:grpSp>
        <p:nvGrpSpPr>
          <p:cNvPr id="8" name="Group 7">
            <a:extLst>
              <a:ext uri="{FF2B5EF4-FFF2-40B4-BE49-F238E27FC236}">
                <a16:creationId xmlns:a16="http://schemas.microsoft.com/office/drawing/2014/main" id="{C48A63EB-F247-E157-9E21-661C83ACBD69}"/>
              </a:ext>
            </a:extLst>
          </p:cNvPr>
          <p:cNvGrpSpPr/>
          <p:nvPr/>
        </p:nvGrpSpPr>
        <p:grpSpPr>
          <a:xfrm>
            <a:off x="319076" y="5925434"/>
            <a:ext cx="2245936" cy="794750"/>
            <a:chOff x="319076" y="5925434"/>
            <a:chExt cx="2245936" cy="794750"/>
          </a:xfrm>
        </p:grpSpPr>
        <p:pic>
          <p:nvPicPr>
            <p:cNvPr id="6" name="Picture 5">
              <a:extLst>
                <a:ext uri="{FF2B5EF4-FFF2-40B4-BE49-F238E27FC236}">
                  <a16:creationId xmlns:a16="http://schemas.microsoft.com/office/drawing/2014/main" id="{04917EB6-5C5F-6D82-3690-DD1C009D9C3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9076" y="5925434"/>
              <a:ext cx="635800" cy="794750"/>
            </a:xfrm>
            <a:prstGeom prst="rect">
              <a:avLst/>
            </a:prstGeom>
          </p:spPr>
        </p:pic>
        <p:sp>
          <p:nvSpPr>
            <p:cNvPr id="7" name="TextBox 6">
              <a:extLst>
                <a:ext uri="{FF2B5EF4-FFF2-40B4-BE49-F238E27FC236}">
                  <a16:creationId xmlns:a16="http://schemas.microsoft.com/office/drawing/2014/main" id="{FF0731A7-7FF3-5115-DBFF-C1C1866D3C50}"/>
                </a:ext>
              </a:extLst>
            </p:cNvPr>
            <p:cNvSpPr txBox="1"/>
            <p:nvPr/>
          </p:nvSpPr>
          <p:spPr>
            <a:xfrm>
              <a:off x="861025" y="6098086"/>
              <a:ext cx="1703987" cy="369332"/>
            </a:xfrm>
            <a:prstGeom prst="rect">
              <a:avLst/>
            </a:prstGeom>
            <a:noFill/>
          </p:spPr>
          <p:txBody>
            <a:bodyPr wrap="square" rtlCol="0">
              <a:spAutoFit/>
            </a:bodyPr>
            <a:lstStyle/>
            <a:p>
              <a:r>
                <a:rPr lang="en-PH" b="1" dirty="0">
                  <a:solidFill>
                    <a:schemeClr val="bg1"/>
                  </a:solidFill>
                  <a:latin typeface="HelveticaNowDisplay Bold" panose="020B0804030202020204" pitchFamily="34" charset="0"/>
                  <a:cs typeface="HelveticaNowDisplay Bold" panose="020B0804030202020204" pitchFamily="34" charset="0"/>
                </a:rPr>
                <a:t>Details</a:t>
              </a:r>
            </a:p>
          </p:txBody>
        </p:sp>
      </p:grpSp>
    </p:spTree>
    <p:extLst>
      <p:ext uri="{BB962C8B-B14F-4D97-AF65-F5344CB8AC3E}">
        <p14:creationId xmlns:p14="http://schemas.microsoft.com/office/powerpoint/2010/main" val="3937411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00B8FF"/>
            </a:gs>
            <a:gs pos="100000">
              <a:srgbClr val="002BFF"/>
            </a:gs>
          </a:gsLst>
          <a:lin ang="5400000" scaled="1"/>
        </a:gradFill>
        <a:effectLst/>
      </p:bgPr>
    </p:bg>
    <p:spTree>
      <p:nvGrpSpPr>
        <p:cNvPr id="1" name="">
          <a:extLst>
            <a:ext uri="{FF2B5EF4-FFF2-40B4-BE49-F238E27FC236}">
              <a16:creationId xmlns:a16="http://schemas.microsoft.com/office/drawing/2014/main" id="{D036A5E5-C79C-DC6A-AAE9-BBB57CE47207}"/>
            </a:ext>
          </a:extLst>
        </p:cNvPr>
        <p:cNvGrpSpPr/>
        <p:nvPr/>
      </p:nvGrpSpPr>
      <p:grpSpPr>
        <a:xfrm>
          <a:off x="0" y="0"/>
          <a:ext cx="0" cy="0"/>
          <a:chOff x="0" y="0"/>
          <a:chExt cx="0" cy="0"/>
        </a:xfrm>
      </p:grpSpPr>
      <p:sp>
        <p:nvSpPr>
          <p:cNvPr id="4" name="AutoShape 2" descr="Обои по теме Sony Playstation">
            <a:extLst>
              <a:ext uri="{FF2B5EF4-FFF2-40B4-BE49-F238E27FC236}">
                <a16:creationId xmlns:a16="http://schemas.microsoft.com/office/drawing/2014/main" id="{52CB489B-79A1-B2A1-9955-0ED987D8C84E}"/>
              </a:ext>
            </a:extLst>
          </p:cNvPr>
          <p:cNvSpPr>
            <a:spLocks noChangeAspect="1" noChangeArrowheads="1"/>
          </p:cNvSpPr>
          <p:nvPr/>
        </p:nvSpPr>
        <p:spPr bwMode="auto">
          <a:xfrm>
            <a:off x="5943600" y="3276600"/>
            <a:ext cx="4937760" cy="4937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3" name="Picture 2">
            <a:extLst>
              <a:ext uri="{FF2B5EF4-FFF2-40B4-BE49-F238E27FC236}">
                <a16:creationId xmlns:a16="http://schemas.microsoft.com/office/drawing/2014/main" id="{9D4084D1-9809-D1BE-61D5-D36A59E9312F}"/>
              </a:ext>
            </a:extLst>
          </p:cNvPr>
          <p:cNvPicPr>
            <a:picLocks noChangeAspect="1"/>
          </p:cNvPicPr>
          <p:nvPr/>
        </p:nvPicPr>
        <p:blipFill>
          <a:blip r:embed="rId2">
            <a:alphaModFix amt="22000"/>
            <a:extLst>
              <a:ext uri="{BEBA8EAE-BF5A-486C-A8C5-ECC9F3942E4B}">
                <a14:imgProps xmlns:a14="http://schemas.microsoft.com/office/drawing/2010/main">
                  <a14:imgLayer r:embed="rId3">
                    <a14:imgEffect>
                      <a14:brightnessContrast bright="-44000"/>
                    </a14:imgEffect>
                  </a14:imgLayer>
                </a14:imgProps>
              </a:ext>
              <a:ext uri="{28A0092B-C50C-407E-A947-70E740481C1C}">
                <a14:useLocalDpi xmlns:a14="http://schemas.microsoft.com/office/drawing/2010/main" val="0"/>
              </a:ext>
            </a:extLst>
          </a:blip>
          <a:stretch>
            <a:fillRect/>
          </a:stretch>
        </p:blipFill>
        <p:spPr>
          <a:xfrm>
            <a:off x="-50158" y="-14303"/>
            <a:ext cx="12242157" cy="6970688"/>
          </a:xfrm>
          <a:prstGeom prst="rect">
            <a:avLst/>
          </a:prstGeom>
        </p:spPr>
      </p:pic>
      <p:pic>
        <p:nvPicPr>
          <p:cNvPr id="27" name="Picture 26">
            <a:extLst>
              <a:ext uri="{FF2B5EF4-FFF2-40B4-BE49-F238E27FC236}">
                <a16:creationId xmlns:a16="http://schemas.microsoft.com/office/drawing/2014/main" id="{7414370F-E671-55DF-5303-26C4C66082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42220" y="-14303"/>
            <a:ext cx="739140" cy="923925"/>
          </a:xfrm>
          <a:prstGeom prst="rect">
            <a:avLst/>
          </a:prstGeom>
        </p:spPr>
      </p:pic>
      <p:cxnSp>
        <p:nvCxnSpPr>
          <p:cNvPr id="31" name="Straight Connector 30">
            <a:extLst>
              <a:ext uri="{FF2B5EF4-FFF2-40B4-BE49-F238E27FC236}">
                <a16:creationId xmlns:a16="http://schemas.microsoft.com/office/drawing/2014/main" id="{C88BE3B6-07E7-14A4-DB01-D3FA01A1B34C}"/>
              </a:ext>
            </a:extLst>
          </p:cNvPr>
          <p:cNvCxnSpPr/>
          <p:nvPr/>
        </p:nvCxnSpPr>
        <p:spPr>
          <a:xfrm>
            <a:off x="208344" y="801680"/>
            <a:ext cx="11725155" cy="0"/>
          </a:xfrm>
          <a:prstGeom prst="line">
            <a:avLst/>
          </a:prstGeom>
          <a:ln>
            <a:solidFill>
              <a:srgbClr val="F0F8FD"/>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B896CE21-931C-8A9B-83E9-6B183875CD46}"/>
              </a:ext>
            </a:extLst>
          </p:cNvPr>
          <p:cNvSpPr txBox="1"/>
          <p:nvPr/>
        </p:nvSpPr>
        <p:spPr>
          <a:xfrm>
            <a:off x="10962640" y="293772"/>
            <a:ext cx="965200" cy="307777"/>
          </a:xfrm>
          <a:prstGeom prst="rect">
            <a:avLst/>
          </a:prstGeom>
          <a:noFill/>
        </p:spPr>
        <p:txBody>
          <a:bodyPr wrap="square" rtlCol="0">
            <a:spAutoFit/>
          </a:bodyPr>
          <a:lstStyle/>
          <a:p>
            <a:r>
              <a:rPr lang="en-PH" sz="1400" b="1" dirty="0">
                <a:solidFill>
                  <a:schemeClr val="bg1"/>
                </a:solidFill>
                <a:latin typeface="HelveticaNowDisplay Bold" panose="020B0804030202020204" pitchFamily="34" charset="0"/>
                <a:cs typeface="HelveticaNowDisplay Bold" panose="020B0804030202020204" pitchFamily="34" charset="0"/>
              </a:rPr>
              <a:t>10:45 AM</a:t>
            </a:r>
          </a:p>
        </p:txBody>
      </p:sp>
      <p:pic>
        <p:nvPicPr>
          <p:cNvPr id="34" name="Picture 33">
            <a:extLst>
              <a:ext uri="{FF2B5EF4-FFF2-40B4-BE49-F238E27FC236}">
                <a16:creationId xmlns:a16="http://schemas.microsoft.com/office/drawing/2014/main" id="{16F89E5B-2D7B-E876-98FD-764114C21B81}"/>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731349" y="336057"/>
            <a:ext cx="245163" cy="245163"/>
          </a:xfrm>
          <a:prstGeom prst="rect">
            <a:avLst/>
          </a:prstGeom>
        </p:spPr>
      </p:pic>
      <p:pic>
        <p:nvPicPr>
          <p:cNvPr id="36" name="Picture 35">
            <a:extLst>
              <a:ext uri="{FF2B5EF4-FFF2-40B4-BE49-F238E27FC236}">
                <a16:creationId xmlns:a16="http://schemas.microsoft.com/office/drawing/2014/main" id="{7E205014-36E4-A17D-84AC-0A2EC0F771BD}"/>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100000"/>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rot="5400000">
            <a:off x="9187141" y="336056"/>
            <a:ext cx="245163" cy="245163"/>
          </a:xfrm>
          <a:prstGeom prst="rect">
            <a:avLst/>
          </a:prstGeom>
        </p:spPr>
      </p:pic>
      <p:sp>
        <p:nvSpPr>
          <p:cNvPr id="38" name="TextBox 37">
            <a:extLst>
              <a:ext uri="{FF2B5EF4-FFF2-40B4-BE49-F238E27FC236}">
                <a16:creationId xmlns:a16="http://schemas.microsoft.com/office/drawing/2014/main" id="{76179C58-1933-5E1B-4656-3E38141D285A}"/>
              </a:ext>
            </a:extLst>
          </p:cNvPr>
          <p:cNvSpPr txBox="1"/>
          <p:nvPr/>
        </p:nvSpPr>
        <p:spPr>
          <a:xfrm>
            <a:off x="208344" y="247273"/>
            <a:ext cx="2839656" cy="400110"/>
          </a:xfrm>
          <a:prstGeom prst="rect">
            <a:avLst/>
          </a:prstGeom>
          <a:noFill/>
        </p:spPr>
        <p:txBody>
          <a:bodyPr wrap="square" rtlCol="0">
            <a:spAutoFit/>
          </a:bodyPr>
          <a:lstStyle/>
          <a:p>
            <a:r>
              <a:rPr lang="en-PH" sz="2000" b="1" dirty="0">
                <a:solidFill>
                  <a:schemeClr val="bg1"/>
                </a:solidFill>
                <a:latin typeface="HelveticaNowDisplay Bold" panose="020B0804030202020204" pitchFamily="34" charset="0"/>
                <a:cs typeface="HelveticaNowDisplay Bold" panose="020B0804030202020204" pitchFamily="34" charset="0"/>
              </a:rPr>
              <a:t>Problem Statement</a:t>
            </a:r>
          </a:p>
        </p:txBody>
      </p:sp>
      <p:sp>
        <p:nvSpPr>
          <p:cNvPr id="39" name="TextBox 38">
            <a:extLst>
              <a:ext uri="{FF2B5EF4-FFF2-40B4-BE49-F238E27FC236}">
                <a16:creationId xmlns:a16="http://schemas.microsoft.com/office/drawing/2014/main" id="{CFE88902-DFF7-7032-EFE0-0CD2877DBF3F}"/>
              </a:ext>
            </a:extLst>
          </p:cNvPr>
          <p:cNvSpPr txBox="1"/>
          <p:nvPr/>
        </p:nvSpPr>
        <p:spPr>
          <a:xfrm>
            <a:off x="2759696" y="258582"/>
            <a:ext cx="1802144" cy="400110"/>
          </a:xfrm>
          <a:prstGeom prst="rect">
            <a:avLst/>
          </a:prstGeom>
          <a:noFill/>
          <a:effectLst>
            <a:outerShdw blurRad="50800" dist="38100" dir="5400000" algn="t" rotWithShape="0">
              <a:prstClr val="black">
                <a:alpha val="40000"/>
              </a:prstClr>
            </a:outerShdw>
          </a:effectLst>
        </p:spPr>
        <p:txBody>
          <a:bodyPr wrap="square" rtlCol="0">
            <a:spAutoFit/>
          </a:bodyPr>
          <a:lstStyle/>
          <a:p>
            <a:r>
              <a:rPr lang="en-PH" sz="2000" dirty="0">
                <a:solidFill>
                  <a:schemeClr val="bg2">
                    <a:lumMod val="75000"/>
                  </a:schemeClr>
                </a:solidFill>
                <a:latin typeface="Arial" panose="020B0604020202020204" pitchFamily="34" charset="0"/>
                <a:cs typeface="Arial" panose="020B0604020202020204" pitchFamily="34" charset="0"/>
              </a:rPr>
              <a:t>Proposed App</a:t>
            </a:r>
          </a:p>
        </p:txBody>
      </p:sp>
      <p:grpSp>
        <p:nvGrpSpPr>
          <p:cNvPr id="8" name="Group 7">
            <a:extLst>
              <a:ext uri="{FF2B5EF4-FFF2-40B4-BE49-F238E27FC236}">
                <a16:creationId xmlns:a16="http://schemas.microsoft.com/office/drawing/2014/main" id="{18E0D48D-253E-5874-8DFB-74AA3BEBA96B}"/>
              </a:ext>
            </a:extLst>
          </p:cNvPr>
          <p:cNvGrpSpPr/>
          <p:nvPr/>
        </p:nvGrpSpPr>
        <p:grpSpPr>
          <a:xfrm>
            <a:off x="319076" y="5925434"/>
            <a:ext cx="2245936" cy="794750"/>
            <a:chOff x="319076" y="5925434"/>
            <a:chExt cx="2245936" cy="794750"/>
          </a:xfrm>
        </p:grpSpPr>
        <p:pic>
          <p:nvPicPr>
            <p:cNvPr id="6" name="Picture 5">
              <a:extLst>
                <a:ext uri="{FF2B5EF4-FFF2-40B4-BE49-F238E27FC236}">
                  <a16:creationId xmlns:a16="http://schemas.microsoft.com/office/drawing/2014/main" id="{C7B767FE-2C3F-CA87-4CEF-0172F8AEB4C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19076" y="5925434"/>
              <a:ext cx="635800" cy="794750"/>
            </a:xfrm>
            <a:prstGeom prst="rect">
              <a:avLst/>
            </a:prstGeom>
          </p:spPr>
        </p:pic>
        <p:sp>
          <p:nvSpPr>
            <p:cNvPr id="7" name="TextBox 6">
              <a:extLst>
                <a:ext uri="{FF2B5EF4-FFF2-40B4-BE49-F238E27FC236}">
                  <a16:creationId xmlns:a16="http://schemas.microsoft.com/office/drawing/2014/main" id="{FC3FF8E3-A77E-05E1-99E4-0E46AA64BC16}"/>
                </a:ext>
              </a:extLst>
            </p:cNvPr>
            <p:cNvSpPr txBox="1"/>
            <p:nvPr/>
          </p:nvSpPr>
          <p:spPr>
            <a:xfrm>
              <a:off x="861025" y="6098086"/>
              <a:ext cx="1703987" cy="369332"/>
            </a:xfrm>
            <a:prstGeom prst="rect">
              <a:avLst/>
            </a:prstGeom>
            <a:noFill/>
          </p:spPr>
          <p:txBody>
            <a:bodyPr wrap="square" rtlCol="0">
              <a:spAutoFit/>
            </a:bodyPr>
            <a:lstStyle/>
            <a:p>
              <a:r>
                <a:rPr lang="en-PH" b="1" dirty="0">
                  <a:solidFill>
                    <a:schemeClr val="bg1"/>
                  </a:solidFill>
                  <a:latin typeface="HelveticaNowDisplay Bold" panose="020B0804030202020204" pitchFamily="34" charset="0"/>
                  <a:cs typeface="HelveticaNowDisplay Bold" panose="020B0804030202020204" pitchFamily="34" charset="0"/>
                </a:rPr>
                <a:t>Exit</a:t>
              </a:r>
            </a:p>
          </p:txBody>
        </p:sp>
      </p:grpSp>
      <p:sp>
        <p:nvSpPr>
          <p:cNvPr id="2" name="TextBox 1">
            <a:extLst>
              <a:ext uri="{FF2B5EF4-FFF2-40B4-BE49-F238E27FC236}">
                <a16:creationId xmlns:a16="http://schemas.microsoft.com/office/drawing/2014/main" id="{E70BEB54-379A-4050-3D27-A5032A31467C}"/>
              </a:ext>
            </a:extLst>
          </p:cNvPr>
          <p:cNvSpPr txBox="1"/>
          <p:nvPr/>
        </p:nvSpPr>
        <p:spPr>
          <a:xfrm>
            <a:off x="208344" y="938479"/>
            <a:ext cx="11221656" cy="2554545"/>
          </a:xfrm>
          <a:prstGeom prst="rect">
            <a:avLst/>
          </a:prstGeom>
          <a:noFill/>
        </p:spPr>
        <p:txBody>
          <a:bodyPr wrap="square" rtlCol="0">
            <a:spAutoFit/>
          </a:bodyPr>
          <a:lstStyle/>
          <a:p>
            <a:r>
              <a:rPr lang="en-US" sz="2000" dirty="0">
                <a:solidFill>
                  <a:schemeClr val="bg1"/>
                </a:solidFill>
              </a:rPr>
              <a:t>Many Filipino students continue to struggle with foundational English language skills such as reading comprehension and the ability to interpret meaning from text. National and regional assessments show that a large proportion of elementary learners are below minimum proficiency levels — for example, more than half of Filipino Grade 5 students could not understand simple written texts in the latest SEA-PLM cycle, indicating persistent gaps in literacy that affect academic success and higher-order thinking skills such as critical reasoning (Philippine Star, 2025; UNICEF, 2025). Additionally, according to Chi (2024), at least 90% of Filipino children aged 10 struggle to read or even understand simple text.</a:t>
            </a:r>
            <a:endParaRPr lang="en-PH" sz="2000" b="1" dirty="0">
              <a:solidFill>
                <a:schemeClr val="bg1"/>
              </a:solidFill>
              <a:latin typeface="HelveticaNowDisplay Bold" panose="020B0804030202020204" pitchFamily="34" charset="0"/>
              <a:cs typeface="HelveticaNowDisplay Bold" panose="020B0804030202020204" pitchFamily="34" charset="0"/>
            </a:endParaRPr>
          </a:p>
        </p:txBody>
      </p:sp>
      <p:sp>
        <p:nvSpPr>
          <p:cNvPr id="12" name="TextBox 11">
            <a:extLst>
              <a:ext uri="{FF2B5EF4-FFF2-40B4-BE49-F238E27FC236}">
                <a16:creationId xmlns:a16="http://schemas.microsoft.com/office/drawing/2014/main" id="{7C6F11C8-B01D-8999-9244-D67BED365955}"/>
              </a:ext>
            </a:extLst>
          </p:cNvPr>
          <p:cNvSpPr txBox="1"/>
          <p:nvPr/>
        </p:nvSpPr>
        <p:spPr>
          <a:xfrm>
            <a:off x="231826" y="3544074"/>
            <a:ext cx="11221656" cy="2246769"/>
          </a:xfrm>
          <a:prstGeom prst="rect">
            <a:avLst/>
          </a:prstGeom>
          <a:noFill/>
        </p:spPr>
        <p:txBody>
          <a:bodyPr wrap="square" rtlCol="0">
            <a:spAutoFit/>
          </a:bodyPr>
          <a:lstStyle/>
          <a:p>
            <a:r>
              <a:rPr lang="en-US" sz="2000" dirty="0">
                <a:solidFill>
                  <a:schemeClr val="bg1"/>
                </a:solidFill>
              </a:rPr>
              <a:t>Low proficiency limits learners’ ability to analyze, interpret, and reason, which are key parts of critical thinking. This highlights the need for innovative and engaging ways to support learning beyond traditional instruction. Efforts in this area align with Sustainable Development Goal 4 (Quality Education), which promotes inclusive and effective learning, and with the Philippine National Research Agenda (PNRA), which emphasizes using technology and evidence-based strategies to improve learning outcomes. Supporting these skills contributes to better literacy, problem-solving, and overall student engagement.</a:t>
            </a:r>
            <a:endParaRPr lang="en-PH" sz="2000" dirty="0">
              <a:solidFill>
                <a:schemeClr val="bg1"/>
              </a:solidFill>
              <a:latin typeface="HelveticaNowDisplay Bold" panose="020B0804030202020204" pitchFamily="34" charset="0"/>
              <a:cs typeface="HelveticaNowDisplay Bold" panose="020B0804030202020204" pitchFamily="34" charset="0"/>
            </a:endParaRPr>
          </a:p>
        </p:txBody>
      </p:sp>
    </p:spTree>
    <p:extLst>
      <p:ext uri="{BB962C8B-B14F-4D97-AF65-F5344CB8AC3E}">
        <p14:creationId xmlns:p14="http://schemas.microsoft.com/office/powerpoint/2010/main" val="33037120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00B8FF"/>
            </a:gs>
            <a:gs pos="100000">
              <a:srgbClr val="002BFF"/>
            </a:gs>
          </a:gsLst>
          <a:lin ang="5400000" scaled="1"/>
        </a:gradFill>
        <a:effectLst/>
      </p:bgPr>
    </p:bg>
    <p:spTree>
      <p:nvGrpSpPr>
        <p:cNvPr id="1" name="">
          <a:extLst>
            <a:ext uri="{FF2B5EF4-FFF2-40B4-BE49-F238E27FC236}">
              <a16:creationId xmlns:a16="http://schemas.microsoft.com/office/drawing/2014/main" id="{FD5DC22E-AA96-A933-D15B-5A238A7F4372}"/>
            </a:ext>
          </a:extLst>
        </p:cNvPr>
        <p:cNvGrpSpPr/>
        <p:nvPr/>
      </p:nvGrpSpPr>
      <p:grpSpPr>
        <a:xfrm>
          <a:off x="0" y="0"/>
          <a:ext cx="0" cy="0"/>
          <a:chOff x="0" y="0"/>
          <a:chExt cx="0" cy="0"/>
        </a:xfrm>
      </p:grpSpPr>
      <p:sp>
        <p:nvSpPr>
          <p:cNvPr id="4" name="AutoShape 2" descr="Обои по теме Sony Playstation">
            <a:extLst>
              <a:ext uri="{FF2B5EF4-FFF2-40B4-BE49-F238E27FC236}">
                <a16:creationId xmlns:a16="http://schemas.microsoft.com/office/drawing/2014/main" id="{45876704-5AC5-53C5-BD73-0DBCE8507F1A}"/>
              </a:ext>
            </a:extLst>
          </p:cNvPr>
          <p:cNvSpPr>
            <a:spLocks noChangeAspect="1" noChangeArrowheads="1"/>
          </p:cNvSpPr>
          <p:nvPr/>
        </p:nvSpPr>
        <p:spPr bwMode="auto">
          <a:xfrm>
            <a:off x="5943600" y="3276600"/>
            <a:ext cx="4937760" cy="4937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3" name="Picture 2">
            <a:extLst>
              <a:ext uri="{FF2B5EF4-FFF2-40B4-BE49-F238E27FC236}">
                <a16:creationId xmlns:a16="http://schemas.microsoft.com/office/drawing/2014/main" id="{86666EFB-C506-8A56-46D6-41FC5B34DC88}"/>
              </a:ext>
            </a:extLst>
          </p:cNvPr>
          <p:cNvPicPr>
            <a:picLocks noChangeAspect="1"/>
          </p:cNvPicPr>
          <p:nvPr/>
        </p:nvPicPr>
        <p:blipFill>
          <a:blip r:embed="rId2">
            <a:alphaModFix amt="22000"/>
            <a:extLst>
              <a:ext uri="{BEBA8EAE-BF5A-486C-A8C5-ECC9F3942E4B}">
                <a14:imgProps xmlns:a14="http://schemas.microsoft.com/office/drawing/2010/main">
                  <a14:imgLayer r:embed="rId3">
                    <a14:imgEffect>
                      <a14:brightnessContrast bright="-44000"/>
                    </a14:imgEffect>
                  </a14:imgLayer>
                </a14:imgProps>
              </a:ext>
              <a:ext uri="{28A0092B-C50C-407E-A947-70E740481C1C}">
                <a14:useLocalDpi xmlns:a14="http://schemas.microsoft.com/office/drawing/2010/main" val="0"/>
              </a:ext>
            </a:extLst>
          </a:blip>
          <a:stretch>
            <a:fillRect/>
          </a:stretch>
        </p:blipFill>
        <p:spPr>
          <a:xfrm>
            <a:off x="-50158" y="-14303"/>
            <a:ext cx="12242157" cy="6970688"/>
          </a:xfrm>
          <a:prstGeom prst="rect">
            <a:avLst/>
          </a:prstGeom>
        </p:spPr>
      </p:pic>
      <p:pic>
        <p:nvPicPr>
          <p:cNvPr id="27" name="Picture 26">
            <a:extLst>
              <a:ext uri="{FF2B5EF4-FFF2-40B4-BE49-F238E27FC236}">
                <a16:creationId xmlns:a16="http://schemas.microsoft.com/office/drawing/2014/main" id="{F9EF310E-695F-7545-19D1-73DA083AC7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42220" y="-14303"/>
            <a:ext cx="739140" cy="923925"/>
          </a:xfrm>
          <a:prstGeom prst="rect">
            <a:avLst/>
          </a:prstGeom>
        </p:spPr>
      </p:pic>
      <p:cxnSp>
        <p:nvCxnSpPr>
          <p:cNvPr id="31" name="Straight Connector 30">
            <a:extLst>
              <a:ext uri="{FF2B5EF4-FFF2-40B4-BE49-F238E27FC236}">
                <a16:creationId xmlns:a16="http://schemas.microsoft.com/office/drawing/2014/main" id="{5CEA01C8-281E-C8FC-F187-BBD3FAF1BDA9}"/>
              </a:ext>
            </a:extLst>
          </p:cNvPr>
          <p:cNvCxnSpPr/>
          <p:nvPr/>
        </p:nvCxnSpPr>
        <p:spPr>
          <a:xfrm>
            <a:off x="208344" y="801680"/>
            <a:ext cx="11725155" cy="0"/>
          </a:xfrm>
          <a:prstGeom prst="line">
            <a:avLst/>
          </a:prstGeom>
          <a:ln>
            <a:solidFill>
              <a:srgbClr val="F0F8FD"/>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35E85E7B-5E0D-6763-3A90-C47863EE8FB3}"/>
              </a:ext>
            </a:extLst>
          </p:cNvPr>
          <p:cNvSpPr txBox="1"/>
          <p:nvPr/>
        </p:nvSpPr>
        <p:spPr>
          <a:xfrm>
            <a:off x="10962640" y="293772"/>
            <a:ext cx="965200" cy="307777"/>
          </a:xfrm>
          <a:prstGeom prst="rect">
            <a:avLst/>
          </a:prstGeom>
          <a:noFill/>
        </p:spPr>
        <p:txBody>
          <a:bodyPr wrap="square" rtlCol="0">
            <a:spAutoFit/>
          </a:bodyPr>
          <a:lstStyle/>
          <a:p>
            <a:r>
              <a:rPr lang="en-PH" sz="1400" b="1" dirty="0">
                <a:solidFill>
                  <a:schemeClr val="bg1"/>
                </a:solidFill>
                <a:latin typeface="HelveticaNowDisplay Bold" panose="020B0804030202020204" pitchFamily="34" charset="0"/>
                <a:cs typeface="HelveticaNowDisplay Bold" panose="020B0804030202020204" pitchFamily="34" charset="0"/>
              </a:rPr>
              <a:t>10:45 AM</a:t>
            </a:r>
          </a:p>
        </p:txBody>
      </p:sp>
      <p:pic>
        <p:nvPicPr>
          <p:cNvPr id="34" name="Picture 33">
            <a:extLst>
              <a:ext uri="{FF2B5EF4-FFF2-40B4-BE49-F238E27FC236}">
                <a16:creationId xmlns:a16="http://schemas.microsoft.com/office/drawing/2014/main" id="{CE1DB4F6-CC2B-40FE-DE3F-9BF0627B5C54}"/>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731349" y="336057"/>
            <a:ext cx="245163" cy="245163"/>
          </a:xfrm>
          <a:prstGeom prst="rect">
            <a:avLst/>
          </a:prstGeom>
        </p:spPr>
      </p:pic>
      <p:pic>
        <p:nvPicPr>
          <p:cNvPr id="36" name="Picture 35">
            <a:extLst>
              <a:ext uri="{FF2B5EF4-FFF2-40B4-BE49-F238E27FC236}">
                <a16:creationId xmlns:a16="http://schemas.microsoft.com/office/drawing/2014/main" id="{4E8A1414-DB80-A724-1473-569DA0448972}"/>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100000"/>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rot="5400000">
            <a:off x="9187141" y="336056"/>
            <a:ext cx="245163" cy="245163"/>
          </a:xfrm>
          <a:prstGeom prst="rect">
            <a:avLst/>
          </a:prstGeom>
        </p:spPr>
      </p:pic>
      <p:sp>
        <p:nvSpPr>
          <p:cNvPr id="38" name="TextBox 37">
            <a:extLst>
              <a:ext uri="{FF2B5EF4-FFF2-40B4-BE49-F238E27FC236}">
                <a16:creationId xmlns:a16="http://schemas.microsoft.com/office/drawing/2014/main" id="{3F99A455-9194-4C5C-CBC0-369A62E6BAE6}"/>
              </a:ext>
            </a:extLst>
          </p:cNvPr>
          <p:cNvSpPr txBox="1"/>
          <p:nvPr/>
        </p:nvSpPr>
        <p:spPr>
          <a:xfrm>
            <a:off x="208344" y="247273"/>
            <a:ext cx="2839656" cy="400110"/>
          </a:xfrm>
          <a:prstGeom prst="rect">
            <a:avLst/>
          </a:prstGeom>
          <a:noFill/>
        </p:spPr>
        <p:txBody>
          <a:bodyPr wrap="square" rtlCol="0">
            <a:spAutoFit/>
          </a:bodyPr>
          <a:lstStyle/>
          <a:p>
            <a:r>
              <a:rPr lang="en-PH" sz="2000" b="1" dirty="0">
                <a:solidFill>
                  <a:schemeClr val="bg2">
                    <a:lumMod val="75000"/>
                  </a:schemeClr>
                </a:solidFill>
                <a:latin typeface="HelveticaNowDisplay Bold" panose="020B0804030202020204" pitchFamily="34" charset="0"/>
                <a:cs typeface="HelveticaNowDisplay Bold" panose="020B0804030202020204" pitchFamily="34" charset="0"/>
              </a:rPr>
              <a:t>Problem Statement</a:t>
            </a:r>
          </a:p>
        </p:txBody>
      </p:sp>
      <p:sp>
        <p:nvSpPr>
          <p:cNvPr id="39" name="TextBox 38">
            <a:extLst>
              <a:ext uri="{FF2B5EF4-FFF2-40B4-BE49-F238E27FC236}">
                <a16:creationId xmlns:a16="http://schemas.microsoft.com/office/drawing/2014/main" id="{24E4826B-4070-7A9F-CCBB-EC25BE97E153}"/>
              </a:ext>
            </a:extLst>
          </p:cNvPr>
          <p:cNvSpPr txBox="1"/>
          <p:nvPr/>
        </p:nvSpPr>
        <p:spPr>
          <a:xfrm>
            <a:off x="2759696" y="258582"/>
            <a:ext cx="1802144" cy="400110"/>
          </a:xfrm>
          <a:prstGeom prst="rect">
            <a:avLst/>
          </a:prstGeom>
          <a:noFill/>
          <a:effectLst>
            <a:outerShdw blurRad="50800" dist="38100" dir="5400000" algn="t" rotWithShape="0">
              <a:prstClr val="black">
                <a:alpha val="40000"/>
              </a:prstClr>
            </a:outerShdw>
          </a:effectLst>
        </p:spPr>
        <p:txBody>
          <a:bodyPr wrap="square" rtlCol="0">
            <a:spAutoFit/>
          </a:bodyPr>
          <a:lstStyle/>
          <a:p>
            <a:r>
              <a:rPr lang="en-PH" sz="2000" dirty="0">
                <a:solidFill>
                  <a:schemeClr val="bg1"/>
                </a:solidFill>
                <a:latin typeface="Arial" panose="020B0604020202020204" pitchFamily="34" charset="0"/>
                <a:cs typeface="Arial" panose="020B0604020202020204" pitchFamily="34" charset="0"/>
              </a:rPr>
              <a:t>Proposed App</a:t>
            </a:r>
          </a:p>
        </p:txBody>
      </p:sp>
      <p:grpSp>
        <p:nvGrpSpPr>
          <p:cNvPr id="8" name="Group 7">
            <a:extLst>
              <a:ext uri="{FF2B5EF4-FFF2-40B4-BE49-F238E27FC236}">
                <a16:creationId xmlns:a16="http://schemas.microsoft.com/office/drawing/2014/main" id="{0167394B-3A51-EA43-200C-31450EFF3A61}"/>
              </a:ext>
            </a:extLst>
          </p:cNvPr>
          <p:cNvGrpSpPr/>
          <p:nvPr/>
        </p:nvGrpSpPr>
        <p:grpSpPr>
          <a:xfrm>
            <a:off x="319076" y="5925434"/>
            <a:ext cx="2245936" cy="794750"/>
            <a:chOff x="319076" y="5925434"/>
            <a:chExt cx="2245936" cy="794750"/>
          </a:xfrm>
        </p:grpSpPr>
        <p:pic>
          <p:nvPicPr>
            <p:cNvPr id="6" name="Picture 5">
              <a:extLst>
                <a:ext uri="{FF2B5EF4-FFF2-40B4-BE49-F238E27FC236}">
                  <a16:creationId xmlns:a16="http://schemas.microsoft.com/office/drawing/2014/main" id="{32C0A25E-0131-8E8D-11BC-865EFD038F5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19076" y="5925434"/>
              <a:ext cx="635800" cy="794750"/>
            </a:xfrm>
            <a:prstGeom prst="rect">
              <a:avLst/>
            </a:prstGeom>
          </p:spPr>
        </p:pic>
        <p:sp>
          <p:nvSpPr>
            <p:cNvPr id="7" name="TextBox 6">
              <a:extLst>
                <a:ext uri="{FF2B5EF4-FFF2-40B4-BE49-F238E27FC236}">
                  <a16:creationId xmlns:a16="http://schemas.microsoft.com/office/drawing/2014/main" id="{D05B3B05-ABB1-EA70-A091-BF3FED4F1056}"/>
                </a:ext>
              </a:extLst>
            </p:cNvPr>
            <p:cNvSpPr txBox="1"/>
            <p:nvPr/>
          </p:nvSpPr>
          <p:spPr>
            <a:xfrm>
              <a:off x="861025" y="6098086"/>
              <a:ext cx="1703987" cy="369332"/>
            </a:xfrm>
            <a:prstGeom prst="rect">
              <a:avLst/>
            </a:prstGeom>
            <a:noFill/>
          </p:spPr>
          <p:txBody>
            <a:bodyPr wrap="square" rtlCol="0">
              <a:spAutoFit/>
            </a:bodyPr>
            <a:lstStyle/>
            <a:p>
              <a:r>
                <a:rPr lang="en-PH" b="1" dirty="0">
                  <a:solidFill>
                    <a:schemeClr val="bg1"/>
                  </a:solidFill>
                  <a:latin typeface="HelveticaNowDisplay Bold" panose="020B0804030202020204" pitchFamily="34" charset="0"/>
                  <a:cs typeface="HelveticaNowDisplay Bold" panose="020B0804030202020204" pitchFamily="34" charset="0"/>
                </a:rPr>
                <a:t>Exit</a:t>
              </a:r>
            </a:p>
          </p:txBody>
        </p:sp>
      </p:grpSp>
      <p:sp>
        <p:nvSpPr>
          <p:cNvPr id="2" name="TextBox 1">
            <a:extLst>
              <a:ext uri="{FF2B5EF4-FFF2-40B4-BE49-F238E27FC236}">
                <a16:creationId xmlns:a16="http://schemas.microsoft.com/office/drawing/2014/main" id="{AE38AF3B-FB8F-A5BA-E3A6-DFA3E297E6A1}"/>
              </a:ext>
            </a:extLst>
          </p:cNvPr>
          <p:cNvSpPr txBox="1"/>
          <p:nvPr/>
        </p:nvSpPr>
        <p:spPr>
          <a:xfrm>
            <a:off x="208344" y="938479"/>
            <a:ext cx="11221656" cy="2554545"/>
          </a:xfrm>
          <a:prstGeom prst="rect">
            <a:avLst/>
          </a:prstGeom>
          <a:noFill/>
        </p:spPr>
        <p:txBody>
          <a:bodyPr wrap="square" rtlCol="0">
            <a:spAutoFit/>
          </a:bodyPr>
          <a:lstStyle/>
          <a:p>
            <a:r>
              <a:rPr lang="en-US" sz="2000" i="1" dirty="0">
                <a:solidFill>
                  <a:schemeClr val="bg1"/>
                </a:solidFill>
              </a:rPr>
              <a:t>Word Quest</a:t>
            </a:r>
            <a:r>
              <a:rPr lang="en-US" sz="2000" dirty="0">
                <a:solidFill>
                  <a:schemeClr val="bg1"/>
                </a:solidFill>
              </a:rPr>
              <a:t> is a quest-based English learning game designed for 10-year-old Filipino students to improve reading comprehension, vocabulary, and critical thinking. Set in an interactive city, learners complete quests from NPCs that challenge them to understand words in context, solve language puzzles, and apply new vocabulary in practical situations. The app combines quest-based learning, contextual vocabulary practice, critical thinking exercises, and gamified rewards to make language learning engaging and interactive. The game applies HCI principles like consistency (uniform interface), feedback (instant cues), affordance (clear interactive objects), visibility (highlighting key words), and user control (choosing and revisiting quests).</a:t>
            </a:r>
            <a:endParaRPr lang="en-PH" sz="2000" dirty="0">
              <a:solidFill>
                <a:schemeClr val="bg1"/>
              </a:solidFill>
              <a:latin typeface="HelveticaNowDisplay Bold" panose="020B0804030202020204" pitchFamily="34" charset="0"/>
              <a:cs typeface="HelveticaNowDisplay Bold" panose="020B0804030202020204" pitchFamily="34" charset="0"/>
            </a:endParaRPr>
          </a:p>
        </p:txBody>
      </p:sp>
      <p:pic>
        <p:nvPicPr>
          <p:cNvPr id="9" name="Picture 8">
            <a:extLst>
              <a:ext uri="{FF2B5EF4-FFF2-40B4-BE49-F238E27FC236}">
                <a16:creationId xmlns:a16="http://schemas.microsoft.com/office/drawing/2014/main" id="{0089BE56-BD0D-1F32-ECD9-E304D8A2F96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397269" y="3605504"/>
            <a:ext cx="3345522" cy="2376079"/>
          </a:xfrm>
          <a:prstGeom prst="rect">
            <a:avLst/>
          </a:prstGeom>
        </p:spPr>
      </p:pic>
      <p:pic>
        <p:nvPicPr>
          <p:cNvPr id="11" name="Picture 10">
            <a:extLst>
              <a:ext uri="{FF2B5EF4-FFF2-40B4-BE49-F238E27FC236}">
                <a16:creationId xmlns:a16="http://schemas.microsoft.com/office/drawing/2014/main" id="{BBB31554-3569-ECF5-DFBE-02A704863D4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981454" y="4095362"/>
            <a:ext cx="2104791" cy="1493142"/>
          </a:xfrm>
          <a:prstGeom prst="rect">
            <a:avLst/>
          </a:prstGeom>
        </p:spPr>
      </p:pic>
    </p:spTree>
    <p:extLst>
      <p:ext uri="{BB962C8B-B14F-4D97-AF65-F5344CB8AC3E}">
        <p14:creationId xmlns:p14="http://schemas.microsoft.com/office/powerpoint/2010/main" val="27317196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00B8FF"/>
            </a:gs>
            <a:gs pos="100000">
              <a:srgbClr val="002BFF"/>
            </a:gs>
          </a:gsLst>
          <a:lin ang="5400000" scaled="1"/>
        </a:gradFill>
        <a:effectLst/>
      </p:bgPr>
    </p:bg>
    <p:spTree>
      <p:nvGrpSpPr>
        <p:cNvPr id="1" name="">
          <a:extLst>
            <a:ext uri="{FF2B5EF4-FFF2-40B4-BE49-F238E27FC236}">
              <a16:creationId xmlns:a16="http://schemas.microsoft.com/office/drawing/2014/main" id="{318ACA97-6A6D-95D0-DFD0-EF0BB1751DE5}"/>
            </a:ext>
          </a:extLst>
        </p:cNvPr>
        <p:cNvGrpSpPr/>
        <p:nvPr/>
      </p:nvGrpSpPr>
      <p:grpSpPr>
        <a:xfrm>
          <a:off x="0" y="0"/>
          <a:ext cx="0" cy="0"/>
          <a:chOff x="0" y="0"/>
          <a:chExt cx="0" cy="0"/>
        </a:xfrm>
      </p:grpSpPr>
      <p:sp>
        <p:nvSpPr>
          <p:cNvPr id="4" name="AutoShape 2" descr="Обои по теме Sony Playstation">
            <a:extLst>
              <a:ext uri="{FF2B5EF4-FFF2-40B4-BE49-F238E27FC236}">
                <a16:creationId xmlns:a16="http://schemas.microsoft.com/office/drawing/2014/main" id="{AD488696-A8B1-2620-62EA-671D5D7C27D8}"/>
              </a:ext>
            </a:extLst>
          </p:cNvPr>
          <p:cNvSpPr>
            <a:spLocks noChangeAspect="1" noChangeArrowheads="1"/>
          </p:cNvSpPr>
          <p:nvPr/>
        </p:nvSpPr>
        <p:spPr bwMode="auto">
          <a:xfrm>
            <a:off x="5943600" y="3276600"/>
            <a:ext cx="4937760" cy="4937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3" name="Picture 2">
            <a:extLst>
              <a:ext uri="{FF2B5EF4-FFF2-40B4-BE49-F238E27FC236}">
                <a16:creationId xmlns:a16="http://schemas.microsoft.com/office/drawing/2014/main" id="{FF7C6143-82E8-FCEA-82D0-C469BFF75C8D}"/>
              </a:ext>
            </a:extLst>
          </p:cNvPr>
          <p:cNvPicPr>
            <a:picLocks noChangeAspect="1"/>
          </p:cNvPicPr>
          <p:nvPr/>
        </p:nvPicPr>
        <p:blipFill>
          <a:blip r:embed="rId2">
            <a:alphaModFix amt="22000"/>
            <a:extLst>
              <a:ext uri="{BEBA8EAE-BF5A-486C-A8C5-ECC9F3942E4B}">
                <a14:imgProps xmlns:a14="http://schemas.microsoft.com/office/drawing/2010/main">
                  <a14:imgLayer r:embed="rId3">
                    <a14:imgEffect>
                      <a14:brightnessContrast bright="-44000"/>
                    </a14:imgEffect>
                  </a14:imgLayer>
                </a14:imgProps>
              </a:ext>
              <a:ext uri="{28A0092B-C50C-407E-A947-70E740481C1C}">
                <a14:useLocalDpi xmlns:a14="http://schemas.microsoft.com/office/drawing/2010/main" val="0"/>
              </a:ext>
            </a:extLst>
          </a:blip>
          <a:stretch>
            <a:fillRect/>
          </a:stretch>
        </p:blipFill>
        <p:spPr>
          <a:xfrm>
            <a:off x="-50158" y="-14303"/>
            <a:ext cx="12242157" cy="6970688"/>
          </a:xfrm>
          <a:prstGeom prst="rect">
            <a:avLst/>
          </a:prstGeom>
        </p:spPr>
      </p:pic>
      <p:pic>
        <p:nvPicPr>
          <p:cNvPr id="27" name="Picture 26">
            <a:extLst>
              <a:ext uri="{FF2B5EF4-FFF2-40B4-BE49-F238E27FC236}">
                <a16:creationId xmlns:a16="http://schemas.microsoft.com/office/drawing/2014/main" id="{82449D55-84A5-1998-FF5B-CDEB4A538E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42220" y="-14303"/>
            <a:ext cx="739140" cy="923925"/>
          </a:xfrm>
          <a:prstGeom prst="rect">
            <a:avLst/>
          </a:prstGeom>
        </p:spPr>
      </p:pic>
      <p:cxnSp>
        <p:nvCxnSpPr>
          <p:cNvPr id="31" name="Straight Connector 30">
            <a:extLst>
              <a:ext uri="{FF2B5EF4-FFF2-40B4-BE49-F238E27FC236}">
                <a16:creationId xmlns:a16="http://schemas.microsoft.com/office/drawing/2014/main" id="{AC36D9FC-B527-D482-3FC7-9EFF6CF51BA4}"/>
              </a:ext>
            </a:extLst>
          </p:cNvPr>
          <p:cNvCxnSpPr/>
          <p:nvPr/>
        </p:nvCxnSpPr>
        <p:spPr>
          <a:xfrm>
            <a:off x="208344" y="801680"/>
            <a:ext cx="11725155" cy="0"/>
          </a:xfrm>
          <a:prstGeom prst="line">
            <a:avLst/>
          </a:prstGeom>
          <a:ln>
            <a:solidFill>
              <a:srgbClr val="F0F8FD"/>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90CB68DE-4E68-E137-99EA-829FAE75FD59}"/>
              </a:ext>
            </a:extLst>
          </p:cNvPr>
          <p:cNvSpPr txBox="1"/>
          <p:nvPr/>
        </p:nvSpPr>
        <p:spPr>
          <a:xfrm>
            <a:off x="10962640" y="293772"/>
            <a:ext cx="965200" cy="307777"/>
          </a:xfrm>
          <a:prstGeom prst="rect">
            <a:avLst/>
          </a:prstGeom>
          <a:noFill/>
        </p:spPr>
        <p:txBody>
          <a:bodyPr wrap="square" rtlCol="0">
            <a:spAutoFit/>
          </a:bodyPr>
          <a:lstStyle/>
          <a:p>
            <a:r>
              <a:rPr lang="en-PH" sz="1400" b="1" dirty="0">
                <a:solidFill>
                  <a:schemeClr val="bg1"/>
                </a:solidFill>
                <a:latin typeface="HelveticaNowDisplay Bold" panose="020B0804030202020204" pitchFamily="34" charset="0"/>
                <a:cs typeface="HelveticaNowDisplay Bold" panose="020B0804030202020204" pitchFamily="34" charset="0"/>
              </a:rPr>
              <a:t>10:45 AM</a:t>
            </a:r>
          </a:p>
        </p:txBody>
      </p:sp>
      <p:pic>
        <p:nvPicPr>
          <p:cNvPr id="34" name="Picture 33">
            <a:extLst>
              <a:ext uri="{FF2B5EF4-FFF2-40B4-BE49-F238E27FC236}">
                <a16:creationId xmlns:a16="http://schemas.microsoft.com/office/drawing/2014/main" id="{3E19FBA8-D42A-7645-F88C-30CF9E6190D0}"/>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731349" y="336057"/>
            <a:ext cx="245163" cy="245163"/>
          </a:xfrm>
          <a:prstGeom prst="rect">
            <a:avLst/>
          </a:prstGeom>
        </p:spPr>
      </p:pic>
      <p:pic>
        <p:nvPicPr>
          <p:cNvPr id="36" name="Picture 35">
            <a:extLst>
              <a:ext uri="{FF2B5EF4-FFF2-40B4-BE49-F238E27FC236}">
                <a16:creationId xmlns:a16="http://schemas.microsoft.com/office/drawing/2014/main" id="{3F864DA6-3105-174F-C8B2-74151FB61F0E}"/>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100000"/>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rot="5400000">
            <a:off x="9187141" y="336056"/>
            <a:ext cx="245163" cy="245163"/>
          </a:xfrm>
          <a:prstGeom prst="rect">
            <a:avLst/>
          </a:prstGeom>
        </p:spPr>
      </p:pic>
      <p:sp>
        <p:nvSpPr>
          <p:cNvPr id="38" name="TextBox 37">
            <a:extLst>
              <a:ext uri="{FF2B5EF4-FFF2-40B4-BE49-F238E27FC236}">
                <a16:creationId xmlns:a16="http://schemas.microsoft.com/office/drawing/2014/main" id="{A2A12F19-A054-CB65-C4D5-AE186B96C8CA}"/>
              </a:ext>
            </a:extLst>
          </p:cNvPr>
          <p:cNvSpPr txBox="1"/>
          <p:nvPr/>
        </p:nvSpPr>
        <p:spPr>
          <a:xfrm>
            <a:off x="208344" y="247273"/>
            <a:ext cx="2839656" cy="400110"/>
          </a:xfrm>
          <a:prstGeom prst="rect">
            <a:avLst/>
          </a:prstGeom>
          <a:noFill/>
        </p:spPr>
        <p:txBody>
          <a:bodyPr wrap="square" rtlCol="0">
            <a:spAutoFit/>
          </a:bodyPr>
          <a:lstStyle/>
          <a:p>
            <a:r>
              <a:rPr lang="en-PH" sz="2000" b="1" dirty="0">
                <a:solidFill>
                  <a:schemeClr val="bg2">
                    <a:lumMod val="75000"/>
                  </a:schemeClr>
                </a:solidFill>
                <a:latin typeface="HelveticaNowDisplay Bold" panose="020B0804030202020204" pitchFamily="34" charset="0"/>
                <a:cs typeface="HelveticaNowDisplay Bold" panose="020B0804030202020204" pitchFamily="34" charset="0"/>
              </a:rPr>
              <a:t>Problem Statement</a:t>
            </a:r>
          </a:p>
        </p:txBody>
      </p:sp>
      <p:sp>
        <p:nvSpPr>
          <p:cNvPr id="39" name="TextBox 38">
            <a:extLst>
              <a:ext uri="{FF2B5EF4-FFF2-40B4-BE49-F238E27FC236}">
                <a16:creationId xmlns:a16="http://schemas.microsoft.com/office/drawing/2014/main" id="{871A1F30-284C-764E-0C0C-C9B707418B15}"/>
              </a:ext>
            </a:extLst>
          </p:cNvPr>
          <p:cNvSpPr txBox="1"/>
          <p:nvPr/>
        </p:nvSpPr>
        <p:spPr>
          <a:xfrm>
            <a:off x="2759696" y="258582"/>
            <a:ext cx="1802144" cy="400110"/>
          </a:xfrm>
          <a:prstGeom prst="rect">
            <a:avLst/>
          </a:prstGeom>
          <a:noFill/>
          <a:effectLst>
            <a:outerShdw blurRad="50800" dist="38100" dir="5400000" algn="t" rotWithShape="0">
              <a:prstClr val="black">
                <a:alpha val="40000"/>
              </a:prstClr>
            </a:outerShdw>
          </a:effectLst>
        </p:spPr>
        <p:txBody>
          <a:bodyPr wrap="square" rtlCol="0">
            <a:spAutoFit/>
          </a:bodyPr>
          <a:lstStyle/>
          <a:p>
            <a:r>
              <a:rPr lang="en-PH" sz="2000" dirty="0">
                <a:solidFill>
                  <a:schemeClr val="bg1"/>
                </a:solidFill>
                <a:latin typeface="Arial" panose="020B0604020202020204" pitchFamily="34" charset="0"/>
                <a:cs typeface="Arial" panose="020B0604020202020204" pitchFamily="34" charset="0"/>
              </a:rPr>
              <a:t>Proposed App</a:t>
            </a:r>
          </a:p>
        </p:txBody>
      </p:sp>
      <p:grpSp>
        <p:nvGrpSpPr>
          <p:cNvPr id="8" name="Group 7">
            <a:extLst>
              <a:ext uri="{FF2B5EF4-FFF2-40B4-BE49-F238E27FC236}">
                <a16:creationId xmlns:a16="http://schemas.microsoft.com/office/drawing/2014/main" id="{198C65AD-0DAE-C117-5E66-6DF86B95A48E}"/>
              </a:ext>
            </a:extLst>
          </p:cNvPr>
          <p:cNvGrpSpPr/>
          <p:nvPr/>
        </p:nvGrpSpPr>
        <p:grpSpPr>
          <a:xfrm>
            <a:off x="319076" y="5925434"/>
            <a:ext cx="2245936" cy="794750"/>
            <a:chOff x="319076" y="5925434"/>
            <a:chExt cx="2245936" cy="794750"/>
          </a:xfrm>
        </p:grpSpPr>
        <p:pic>
          <p:nvPicPr>
            <p:cNvPr id="6" name="Picture 5">
              <a:extLst>
                <a:ext uri="{FF2B5EF4-FFF2-40B4-BE49-F238E27FC236}">
                  <a16:creationId xmlns:a16="http://schemas.microsoft.com/office/drawing/2014/main" id="{B85CB746-88E5-DBD6-E259-97D7E3E2E6E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19076" y="5925434"/>
              <a:ext cx="635800" cy="794750"/>
            </a:xfrm>
            <a:prstGeom prst="rect">
              <a:avLst/>
            </a:prstGeom>
          </p:spPr>
        </p:pic>
        <p:sp>
          <p:nvSpPr>
            <p:cNvPr id="7" name="TextBox 6">
              <a:extLst>
                <a:ext uri="{FF2B5EF4-FFF2-40B4-BE49-F238E27FC236}">
                  <a16:creationId xmlns:a16="http://schemas.microsoft.com/office/drawing/2014/main" id="{B6E73508-45B9-47E1-0189-F712E0F45CAE}"/>
                </a:ext>
              </a:extLst>
            </p:cNvPr>
            <p:cNvSpPr txBox="1"/>
            <p:nvPr/>
          </p:nvSpPr>
          <p:spPr>
            <a:xfrm>
              <a:off x="861025" y="6098086"/>
              <a:ext cx="1703987" cy="369332"/>
            </a:xfrm>
            <a:prstGeom prst="rect">
              <a:avLst/>
            </a:prstGeom>
            <a:noFill/>
          </p:spPr>
          <p:txBody>
            <a:bodyPr wrap="square" rtlCol="0">
              <a:spAutoFit/>
            </a:bodyPr>
            <a:lstStyle/>
            <a:p>
              <a:r>
                <a:rPr lang="en-PH" b="1" dirty="0">
                  <a:solidFill>
                    <a:schemeClr val="bg1"/>
                  </a:solidFill>
                  <a:latin typeface="HelveticaNowDisplay Bold" panose="020B0804030202020204" pitchFamily="34" charset="0"/>
                  <a:cs typeface="HelveticaNowDisplay Bold" panose="020B0804030202020204" pitchFamily="34" charset="0"/>
                </a:rPr>
                <a:t>Exit</a:t>
              </a:r>
            </a:p>
          </p:txBody>
        </p:sp>
      </p:grpSp>
      <p:sp>
        <p:nvSpPr>
          <p:cNvPr id="2" name="TextBox 1">
            <a:extLst>
              <a:ext uri="{FF2B5EF4-FFF2-40B4-BE49-F238E27FC236}">
                <a16:creationId xmlns:a16="http://schemas.microsoft.com/office/drawing/2014/main" id="{C8599221-D1DF-CAF5-FC40-93562E64D6CA}"/>
              </a:ext>
            </a:extLst>
          </p:cNvPr>
          <p:cNvSpPr txBox="1"/>
          <p:nvPr/>
        </p:nvSpPr>
        <p:spPr>
          <a:xfrm>
            <a:off x="208344" y="938479"/>
            <a:ext cx="11221656" cy="2554545"/>
          </a:xfrm>
          <a:prstGeom prst="rect">
            <a:avLst/>
          </a:prstGeom>
          <a:noFill/>
        </p:spPr>
        <p:txBody>
          <a:bodyPr wrap="square" rtlCol="0">
            <a:spAutoFit/>
          </a:bodyPr>
          <a:lstStyle/>
          <a:p>
            <a:r>
              <a:rPr lang="en-US" sz="2000" i="1" dirty="0">
                <a:solidFill>
                  <a:schemeClr val="bg1"/>
                </a:solidFill>
              </a:rPr>
              <a:t>Word Quest</a:t>
            </a:r>
            <a:r>
              <a:rPr lang="en-US" sz="2000" dirty="0">
                <a:solidFill>
                  <a:schemeClr val="bg1"/>
                </a:solidFill>
              </a:rPr>
              <a:t> is a quest-based English learning game designed for 10-year-old Filipino students to improve reading comprehension, vocabulary, and critical thinking. Set in an interactive city, learners complete quests from NPCs that challenge them to understand words in context, solve language puzzles, and apply new vocabulary in practical situations. The app combines quest-based learning, contextual vocabulary practice, critical thinking exercises, and gamified rewards to make language learning engaging and interactive. The game applies HCI principles like consistency (uniform interface), feedback (instant cues), affordance (clear interactive objects), visibility (highlighting key words), and user control (choosing and revisiting quests).</a:t>
            </a:r>
            <a:endParaRPr lang="en-PH" sz="2000" dirty="0">
              <a:solidFill>
                <a:schemeClr val="bg1"/>
              </a:solidFill>
              <a:latin typeface="HelveticaNowDisplay Bold" panose="020B0804030202020204" pitchFamily="34" charset="0"/>
              <a:cs typeface="HelveticaNowDisplay Bold" panose="020B0804030202020204" pitchFamily="34" charset="0"/>
            </a:endParaRPr>
          </a:p>
        </p:txBody>
      </p:sp>
      <p:pic>
        <p:nvPicPr>
          <p:cNvPr id="9" name="Picture 8">
            <a:extLst>
              <a:ext uri="{FF2B5EF4-FFF2-40B4-BE49-F238E27FC236}">
                <a16:creationId xmlns:a16="http://schemas.microsoft.com/office/drawing/2014/main" id="{FC53E3DC-8330-54D5-60F2-8EA3ADC51C6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743498" y="4033986"/>
            <a:ext cx="2137585" cy="1523138"/>
          </a:xfrm>
          <a:prstGeom prst="rect">
            <a:avLst/>
          </a:prstGeom>
        </p:spPr>
      </p:pic>
      <p:pic>
        <p:nvPicPr>
          <p:cNvPr id="11" name="Picture 10">
            <a:extLst>
              <a:ext uri="{FF2B5EF4-FFF2-40B4-BE49-F238E27FC236}">
                <a16:creationId xmlns:a16="http://schemas.microsoft.com/office/drawing/2014/main" id="{33132780-2BD0-11D3-CFAA-D0954509538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399049" y="3609527"/>
            <a:ext cx="3343742" cy="2372056"/>
          </a:xfrm>
          <a:prstGeom prst="rect">
            <a:avLst/>
          </a:prstGeom>
        </p:spPr>
      </p:pic>
      <p:pic>
        <p:nvPicPr>
          <p:cNvPr id="14" name="Picture 13">
            <a:extLst>
              <a:ext uri="{FF2B5EF4-FFF2-40B4-BE49-F238E27FC236}">
                <a16:creationId xmlns:a16="http://schemas.microsoft.com/office/drawing/2014/main" id="{71E0532D-CBE4-0E62-0DFB-63008CF742D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967932" y="4053857"/>
            <a:ext cx="2110788" cy="1493142"/>
          </a:xfrm>
          <a:prstGeom prst="rect">
            <a:avLst/>
          </a:prstGeom>
        </p:spPr>
      </p:pic>
    </p:spTree>
    <p:extLst>
      <p:ext uri="{BB962C8B-B14F-4D97-AF65-F5344CB8AC3E}">
        <p14:creationId xmlns:p14="http://schemas.microsoft.com/office/powerpoint/2010/main" val="25930053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00B8FF"/>
            </a:gs>
            <a:gs pos="100000">
              <a:srgbClr val="002BFF"/>
            </a:gs>
          </a:gsLst>
          <a:lin ang="5400000" scaled="1"/>
        </a:gradFill>
        <a:effectLst/>
      </p:bgPr>
    </p:bg>
    <p:spTree>
      <p:nvGrpSpPr>
        <p:cNvPr id="1" name="">
          <a:extLst>
            <a:ext uri="{FF2B5EF4-FFF2-40B4-BE49-F238E27FC236}">
              <a16:creationId xmlns:a16="http://schemas.microsoft.com/office/drawing/2014/main" id="{11F74CDD-012E-8FCD-1911-30E93726ED35}"/>
            </a:ext>
          </a:extLst>
        </p:cNvPr>
        <p:cNvGrpSpPr/>
        <p:nvPr/>
      </p:nvGrpSpPr>
      <p:grpSpPr>
        <a:xfrm>
          <a:off x="0" y="0"/>
          <a:ext cx="0" cy="0"/>
          <a:chOff x="0" y="0"/>
          <a:chExt cx="0" cy="0"/>
        </a:xfrm>
      </p:grpSpPr>
      <p:sp>
        <p:nvSpPr>
          <p:cNvPr id="4" name="AutoShape 2" descr="Обои по теме Sony Playstation">
            <a:extLst>
              <a:ext uri="{FF2B5EF4-FFF2-40B4-BE49-F238E27FC236}">
                <a16:creationId xmlns:a16="http://schemas.microsoft.com/office/drawing/2014/main" id="{5DC921A5-170B-43B5-CC69-C753C221A4D6}"/>
              </a:ext>
            </a:extLst>
          </p:cNvPr>
          <p:cNvSpPr>
            <a:spLocks noChangeAspect="1" noChangeArrowheads="1"/>
          </p:cNvSpPr>
          <p:nvPr/>
        </p:nvSpPr>
        <p:spPr bwMode="auto">
          <a:xfrm>
            <a:off x="5943600" y="3276600"/>
            <a:ext cx="4937760" cy="4937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3" name="Picture 2">
            <a:extLst>
              <a:ext uri="{FF2B5EF4-FFF2-40B4-BE49-F238E27FC236}">
                <a16:creationId xmlns:a16="http://schemas.microsoft.com/office/drawing/2014/main" id="{926D22B4-1468-DD11-8CEB-6F62308E166E}"/>
              </a:ext>
            </a:extLst>
          </p:cNvPr>
          <p:cNvPicPr>
            <a:picLocks noChangeAspect="1"/>
          </p:cNvPicPr>
          <p:nvPr/>
        </p:nvPicPr>
        <p:blipFill>
          <a:blip r:embed="rId2">
            <a:alphaModFix amt="22000"/>
            <a:extLst>
              <a:ext uri="{BEBA8EAE-BF5A-486C-A8C5-ECC9F3942E4B}">
                <a14:imgProps xmlns:a14="http://schemas.microsoft.com/office/drawing/2010/main">
                  <a14:imgLayer r:embed="rId3">
                    <a14:imgEffect>
                      <a14:brightnessContrast bright="-44000"/>
                    </a14:imgEffect>
                  </a14:imgLayer>
                </a14:imgProps>
              </a:ext>
              <a:ext uri="{28A0092B-C50C-407E-A947-70E740481C1C}">
                <a14:useLocalDpi xmlns:a14="http://schemas.microsoft.com/office/drawing/2010/main" val="0"/>
              </a:ext>
            </a:extLst>
          </a:blip>
          <a:stretch>
            <a:fillRect/>
          </a:stretch>
        </p:blipFill>
        <p:spPr>
          <a:xfrm>
            <a:off x="-50158" y="-14303"/>
            <a:ext cx="12242157" cy="6970688"/>
          </a:xfrm>
          <a:prstGeom prst="rect">
            <a:avLst/>
          </a:prstGeom>
        </p:spPr>
      </p:pic>
      <p:pic>
        <p:nvPicPr>
          <p:cNvPr id="27" name="Picture 26">
            <a:extLst>
              <a:ext uri="{FF2B5EF4-FFF2-40B4-BE49-F238E27FC236}">
                <a16:creationId xmlns:a16="http://schemas.microsoft.com/office/drawing/2014/main" id="{456D12E6-863B-0D85-F602-D155826434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42220" y="-14303"/>
            <a:ext cx="739140" cy="923925"/>
          </a:xfrm>
          <a:prstGeom prst="rect">
            <a:avLst/>
          </a:prstGeom>
        </p:spPr>
      </p:pic>
      <p:cxnSp>
        <p:nvCxnSpPr>
          <p:cNvPr id="31" name="Straight Connector 30">
            <a:extLst>
              <a:ext uri="{FF2B5EF4-FFF2-40B4-BE49-F238E27FC236}">
                <a16:creationId xmlns:a16="http://schemas.microsoft.com/office/drawing/2014/main" id="{6A25A304-F94F-23B4-4C16-B3F953CCF623}"/>
              </a:ext>
            </a:extLst>
          </p:cNvPr>
          <p:cNvCxnSpPr/>
          <p:nvPr/>
        </p:nvCxnSpPr>
        <p:spPr>
          <a:xfrm>
            <a:off x="208344" y="801680"/>
            <a:ext cx="11725155" cy="0"/>
          </a:xfrm>
          <a:prstGeom prst="line">
            <a:avLst/>
          </a:prstGeom>
          <a:ln>
            <a:solidFill>
              <a:srgbClr val="F0F8FD"/>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1E16B2D6-B290-05A5-BBF9-2600B4D089BE}"/>
              </a:ext>
            </a:extLst>
          </p:cNvPr>
          <p:cNvSpPr txBox="1"/>
          <p:nvPr/>
        </p:nvSpPr>
        <p:spPr>
          <a:xfrm>
            <a:off x="10962640" y="293772"/>
            <a:ext cx="965200" cy="307777"/>
          </a:xfrm>
          <a:prstGeom prst="rect">
            <a:avLst/>
          </a:prstGeom>
          <a:noFill/>
        </p:spPr>
        <p:txBody>
          <a:bodyPr wrap="square" rtlCol="0">
            <a:spAutoFit/>
          </a:bodyPr>
          <a:lstStyle/>
          <a:p>
            <a:r>
              <a:rPr lang="en-PH" sz="1400" b="1" dirty="0">
                <a:solidFill>
                  <a:schemeClr val="bg1"/>
                </a:solidFill>
                <a:latin typeface="HelveticaNowDisplay Bold" panose="020B0804030202020204" pitchFamily="34" charset="0"/>
                <a:cs typeface="HelveticaNowDisplay Bold" panose="020B0804030202020204" pitchFamily="34" charset="0"/>
              </a:rPr>
              <a:t>10:45 AM</a:t>
            </a:r>
          </a:p>
        </p:txBody>
      </p:sp>
      <p:pic>
        <p:nvPicPr>
          <p:cNvPr id="34" name="Picture 33">
            <a:extLst>
              <a:ext uri="{FF2B5EF4-FFF2-40B4-BE49-F238E27FC236}">
                <a16:creationId xmlns:a16="http://schemas.microsoft.com/office/drawing/2014/main" id="{A959098E-9C6C-332B-73B4-18D0F9302C02}"/>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731349" y="336057"/>
            <a:ext cx="245163" cy="245163"/>
          </a:xfrm>
          <a:prstGeom prst="rect">
            <a:avLst/>
          </a:prstGeom>
        </p:spPr>
      </p:pic>
      <p:pic>
        <p:nvPicPr>
          <p:cNvPr id="36" name="Picture 35">
            <a:extLst>
              <a:ext uri="{FF2B5EF4-FFF2-40B4-BE49-F238E27FC236}">
                <a16:creationId xmlns:a16="http://schemas.microsoft.com/office/drawing/2014/main" id="{10C92DBF-00AE-CC6E-7CE2-AA9997F7653F}"/>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100000"/>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rot="5400000">
            <a:off x="9187141" y="336056"/>
            <a:ext cx="245163" cy="245163"/>
          </a:xfrm>
          <a:prstGeom prst="rect">
            <a:avLst/>
          </a:prstGeom>
        </p:spPr>
      </p:pic>
      <p:sp>
        <p:nvSpPr>
          <p:cNvPr id="38" name="TextBox 37">
            <a:extLst>
              <a:ext uri="{FF2B5EF4-FFF2-40B4-BE49-F238E27FC236}">
                <a16:creationId xmlns:a16="http://schemas.microsoft.com/office/drawing/2014/main" id="{FFE6CEFB-9D2F-393A-5795-9FD5E0BD0463}"/>
              </a:ext>
            </a:extLst>
          </p:cNvPr>
          <p:cNvSpPr txBox="1"/>
          <p:nvPr/>
        </p:nvSpPr>
        <p:spPr>
          <a:xfrm>
            <a:off x="208344" y="247273"/>
            <a:ext cx="2839656" cy="400110"/>
          </a:xfrm>
          <a:prstGeom prst="rect">
            <a:avLst/>
          </a:prstGeom>
          <a:noFill/>
        </p:spPr>
        <p:txBody>
          <a:bodyPr wrap="square" rtlCol="0">
            <a:spAutoFit/>
          </a:bodyPr>
          <a:lstStyle/>
          <a:p>
            <a:r>
              <a:rPr lang="en-PH" sz="2000" b="1" dirty="0">
                <a:solidFill>
                  <a:schemeClr val="bg2">
                    <a:lumMod val="75000"/>
                  </a:schemeClr>
                </a:solidFill>
                <a:latin typeface="HelveticaNowDisplay Bold" panose="020B0804030202020204" pitchFamily="34" charset="0"/>
                <a:cs typeface="HelveticaNowDisplay Bold" panose="020B0804030202020204" pitchFamily="34" charset="0"/>
              </a:rPr>
              <a:t>Problem Statement</a:t>
            </a:r>
          </a:p>
        </p:txBody>
      </p:sp>
      <p:sp>
        <p:nvSpPr>
          <p:cNvPr id="39" name="TextBox 38">
            <a:extLst>
              <a:ext uri="{FF2B5EF4-FFF2-40B4-BE49-F238E27FC236}">
                <a16:creationId xmlns:a16="http://schemas.microsoft.com/office/drawing/2014/main" id="{9BF534BD-CB2D-83E8-64D0-229DCCABF97E}"/>
              </a:ext>
            </a:extLst>
          </p:cNvPr>
          <p:cNvSpPr txBox="1"/>
          <p:nvPr/>
        </p:nvSpPr>
        <p:spPr>
          <a:xfrm>
            <a:off x="2759696" y="258582"/>
            <a:ext cx="1802144" cy="400110"/>
          </a:xfrm>
          <a:prstGeom prst="rect">
            <a:avLst/>
          </a:prstGeom>
          <a:noFill/>
          <a:effectLst>
            <a:outerShdw blurRad="50800" dist="38100" dir="5400000" algn="t" rotWithShape="0">
              <a:prstClr val="black">
                <a:alpha val="40000"/>
              </a:prstClr>
            </a:outerShdw>
          </a:effectLst>
        </p:spPr>
        <p:txBody>
          <a:bodyPr wrap="square" rtlCol="0">
            <a:spAutoFit/>
          </a:bodyPr>
          <a:lstStyle/>
          <a:p>
            <a:r>
              <a:rPr lang="en-PH" sz="2000" dirty="0">
                <a:solidFill>
                  <a:schemeClr val="bg1"/>
                </a:solidFill>
                <a:latin typeface="Arial" panose="020B0604020202020204" pitchFamily="34" charset="0"/>
                <a:cs typeface="Arial" panose="020B0604020202020204" pitchFamily="34" charset="0"/>
              </a:rPr>
              <a:t>Proposed App</a:t>
            </a:r>
          </a:p>
        </p:txBody>
      </p:sp>
      <p:grpSp>
        <p:nvGrpSpPr>
          <p:cNvPr id="8" name="Group 7">
            <a:extLst>
              <a:ext uri="{FF2B5EF4-FFF2-40B4-BE49-F238E27FC236}">
                <a16:creationId xmlns:a16="http://schemas.microsoft.com/office/drawing/2014/main" id="{87C66F7F-D3BD-C824-60EC-8A869B1EEBB1}"/>
              </a:ext>
            </a:extLst>
          </p:cNvPr>
          <p:cNvGrpSpPr/>
          <p:nvPr/>
        </p:nvGrpSpPr>
        <p:grpSpPr>
          <a:xfrm>
            <a:off x="319076" y="5925434"/>
            <a:ext cx="2245936" cy="794750"/>
            <a:chOff x="319076" y="5925434"/>
            <a:chExt cx="2245936" cy="794750"/>
          </a:xfrm>
        </p:grpSpPr>
        <p:pic>
          <p:nvPicPr>
            <p:cNvPr id="6" name="Picture 5">
              <a:extLst>
                <a:ext uri="{FF2B5EF4-FFF2-40B4-BE49-F238E27FC236}">
                  <a16:creationId xmlns:a16="http://schemas.microsoft.com/office/drawing/2014/main" id="{7F6D9111-8956-830B-E38E-0EEBBB14EC8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19076" y="5925434"/>
              <a:ext cx="635800" cy="794750"/>
            </a:xfrm>
            <a:prstGeom prst="rect">
              <a:avLst/>
            </a:prstGeom>
          </p:spPr>
        </p:pic>
        <p:sp>
          <p:nvSpPr>
            <p:cNvPr id="7" name="TextBox 6">
              <a:extLst>
                <a:ext uri="{FF2B5EF4-FFF2-40B4-BE49-F238E27FC236}">
                  <a16:creationId xmlns:a16="http://schemas.microsoft.com/office/drawing/2014/main" id="{EA455883-67BE-EE5C-8D4F-3E5AE6865C65}"/>
                </a:ext>
              </a:extLst>
            </p:cNvPr>
            <p:cNvSpPr txBox="1"/>
            <p:nvPr/>
          </p:nvSpPr>
          <p:spPr>
            <a:xfrm>
              <a:off x="861025" y="6098086"/>
              <a:ext cx="1703987" cy="369332"/>
            </a:xfrm>
            <a:prstGeom prst="rect">
              <a:avLst/>
            </a:prstGeom>
            <a:noFill/>
          </p:spPr>
          <p:txBody>
            <a:bodyPr wrap="square" rtlCol="0">
              <a:spAutoFit/>
            </a:bodyPr>
            <a:lstStyle/>
            <a:p>
              <a:r>
                <a:rPr lang="en-PH" b="1" dirty="0">
                  <a:solidFill>
                    <a:schemeClr val="bg1"/>
                  </a:solidFill>
                  <a:latin typeface="HelveticaNowDisplay Bold" panose="020B0804030202020204" pitchFamily="34" charset="0"/>
                  <a:cs typeface="HelveticaNowDisplay Bold" panose="020B0804030202020204" pitchFamily="34" charset="0"/>
                </a:rPr>
                <a:t>Exit</a:t>
              </a:r>
            </a:p>
          </p:txBody>
        </p:sp>
      </p:grpSp>
      <p:sp>
        <p:nvSpPr>
          <p:cNvPr id="2" name="TextBox 1">
            <a:extLst>
              <a:ext uri="{FF2B5EF4-FFF2-40B4-BE49-F238E27FC236}">
                <a16:creationId xmlns:a16="http://schemas.microsoft.com/office/drawing/2014/main" id="{9589B47C-CB76-A6E1-92FE-05532E55850F}"/>
              </a:ext>
            </a:extLst>
          </p:cNvPr>
          <p:cNvSpPr txBox="1"/>
          <p:nvPr/>
        </p:nvSpPr>
        <p:spPr>
          <a:xfrm>
            <a:off x="208344" y="938479"/>
            <a:ext cx="11221656" cy="2554545"/>
          </a:xfrm>
          <a:prstGeom prst="rect">
            <a:avLst/>
          </a:prstGeom>
          <a:noFill/>
        </p:spPr>
        <p:txBody>
          <a:bodyPr wrap="square" rtlCol="0">
            <a:spAutoFit/>
          </a:bodyPr>
          <a:lstStyle/>
          <a:p>
            <a:r>
              <a:rPr lang="en-US" sz="2000" i="1" dirty="0">
                <a:solidFill>
                  <a:schemeClr val="bg1"/>
                </a:solidFill>
              </a:rPr>
              <a:t>Word Quest</a:t>
            </a:r>
            <a:r>
              <a:rPr lang="en-US" sz="2000" dirty="0">
                <a:solidFill>
                  <a:schemeClr val="bg1"/>
                </a:solidFill>
              </a:rPr>
              <a:t> is a quest-based English learning game designed for 10-year-old Filipino students to improve reading comprehension, vocabulary, and critical thinking. Set in an interactive city, learners complete quests from NPCs that challenge them to understand words in context, solve language puzzles, and apply new vocabulary in practical situations. The app combines quest-based learning, contextual vocabulary practice, critical thinking exercises, and gamified rewards to make language learning engaging and interactive. The game applies HCI principles like consistency (uniform interface), feedback (instant cues), affordance (clear interactive objects), visibility (highlighting key words), and user control (choosing and revisiting quests).</a:t>
            </a:r>
            <a:endParaRPr lang="en-PH" sz="2000" dirty="0">
              <a:solidFill>
                <a:schemeClr val="bg1"/>
              </a:solidFill>
              <a:latin typeface="HelveticaNowDisplay Bold" panose="020B0804030202020204" pitchFamily="34" charset="0"/>
              <a:cs typeface="HelveticaNowDisplay Bold" panose="020B0804030202020204" pitchFamily="34" charset="0"/>
            </a:endParaRPr>
          </a:p>
        </p:txBody>
      </p:sp>
      <p:pic>
        <p:nvPicPr>
          <p:cNvPr id="11" name="Picture 10">
            <a:extLst>
              <a:ext uri="{FF2B5EF4-FFF2-40B4-BE49-F238E27FC236}">
                <a16:creationId xmlns:a16="http://schemas.microsoft.com/office/drawing/2014/main" id="{18B651D7-1846-7407-1254-D0678D99B9C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766820" y="4040718"/>
            <a:ext cx="2137585" cy="1516406"/>
          </a:xfrm>
          <a:prstGeom prst="rect">
            <a:avLst/>
          </a:prstGeom>
        </p:spPr>
      </p:pic>
      <p:pic>
        <p:nvPicPr>
          <p:cNvPr id="14" name="Picture 13">
            <a:extLst>
              <a:ext uri="{FF2B5EF4-FFF2-40B4-BE49-F238E27FC236}">
                <a16:creationId xmlns:a16="http://schemas.microsoft.com/office/drawing/2014/main" id="{5689F1A5-D1AF-0056-F3DB-F57DAC8490C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441695" y="3625323"/>
            <a:ext cx="3308609" cy="2340464"/>
          </a:xfrm>
          <a:prstGeom prst="rect">
            <a:avLst/>
          </a:prstGeom>
        </p:spPr>
      </p:pic>
    </p:spTree>
    <p:extLst>
      <p:ext uri="{BB962C8B-B14F-4D97-AF65-F5344CB8AC3E}">
        <p14:creationId xmlns:p14="http://schemas.microsoft.com/office/powerpoint/2010/main" val="26051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00B8FF"/>
            </a:gs>
            <a:gs pos="100000">
              <a:srgbClr val="002BFF"/>
            </a:gs>
          </a:gsLst>
          <a:lin ang="5400000" scaled="1"/>
        </a:gradFill>
        <a:effectLst/>
      </p:bgPr>
    </p:bg>
    <p:spTree>
      <p:nvGrpSpPr>
        <p:cNvPr id="1" name="">
          <a:extLst>
            <a:ext uri="{FF2B5EF4-FFF2-40B4-BE49-F238E27FC236}">
              <a16:creationId xmlns:a16="http://schemas.microsoft.com/office/drawing/2014/main" id="{030A80C7-F39C-01F3-19DA-846F0B073ADD}"/>
            </a:ext>
          </a:extLst>
        </p:cNvPr>
        <p:cNvGrpSpPr/>
        <p:nvPr/>
      </p:nvGrpSpPr>
      <p:grpSpPr>
        <a:xfrm>
          <a:off x="0" y="0"/>
          <a:ext cx="0" cy="0"/>
          <a:chOff x="0" y="0"/>
          <a:chExt cx="0" cy="0"/>
        </a:xfrm>
      </p:grpSpPr>
      <p:sp>
        <p:nvSpPr>
          <p:cNvPr id="4" name="AutoShape 2" descr="Обои по теме Sony Playstation">
            <a:extLst>
              <a:ext uri="{FF2B5EF4-FFF2-40B4-BE49-F238E27FC236}">
                <a16:creationId xmlns:a16="http://schemas.microsoft.com/office/drawing/2014/main" id="{07F9625B-7B64-97B3-44CB-FE3A47362345}"/>
              </a:ext>
            </a:extLst>
          </p:cNvPr>
          <p:cNvSpPr>
            <a:spLocks noChangeAspect="1" noChangeArrowheads="1"/>
          </p:cNvSpPr>
          <p:nvPr/>
        </p:nvSpPr>
        <p:spPr bwMode="auto">
          <a:xfrm>
            <a:off x="5943600" y="3276600"/>
            <a:ext cx="4937760" cy="4937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3" name="Picture 2">
            <a:extLst>
              <a:ext uri="{FF2B5EF4-FFF2-40B4-BE49-F238E27FC236}">
                <a16:creationId xmlns:a16="http://schemas.microsoft.com/office/drawing/2014/main" id="{D72BFB16-C8DB-5866-D1A9-7E28BB4D0838}"/>
              </a:ext>
            </a:extLst>
          </p:cNvPr>
          <p:cNvPicPr>
            <a:picLocks noChangeAspect="1"/>
          </p:cNvPicPr>
          <p:nvPr/>
        </p:nvPicPr>
        <p:blipFill>
          <a:blip r:embed="rId2">
            <a:alphaModFix amt="22000"/>
            <a:extLst>
              <a:ext uri="{BEBA8EAE-BF5A-486C-A8C5-ECC9F3942E4B}">
                <a14:imgProps xmlns:a14="http://schemas.microsoft.com/office/drawing/2010/main">
                  <a14:imgLayer r:embed="rId3">
                    <a14:imgEffect>
                      <a14:brightnessContrast bright="-44000"/>
                    </a14:imgEffect>
                  </a14:imgLayer>
                </a14:imgProps>
              </a:ext>
              <a:ext uri="{28A0092B-C50C-407E-A947-70E740481C1C}">
                <a14:useLocalDpi xmlns:a14="http://schemas.microsoft.com/office/drawing/2010/main" val="0"/>
              </a:ext>
            </a:extLst>
          </a:blip>
          <a:stretch>
            <a:fillRect/>
          </a:stretch>
        </p:blipFill>
        <p:spPr>
          <a:xfrm>
            <a:off x="-50158" y="-14303"/>
            <a:ext cx="12242157" cy="6970688"/>
          </a:xfrm>
          <a:prstGeom prst="rect">
            <a:avLst/>
          </a:prstGeom>
        </p:spPr>
      </p:pic>
      <p:grpSp>
        <p:nvGrpSpPr>
          <p:cNvPr id="42" name="Group 41">
            <a:extLst>
              <a:ext uri="{FF2B5EF4-FFF2-40B4-BE49-F238E27FC236}">
                <a16:creationId xmlns:a16="http://schemas.microsoft.com/office/drawing/2014/main" id="{44C1BCB5-043D-FC5F-4592-BA1351108302}"/>
              </a:ext>
            </a:extLst>
          </p:cNvPr>
          <p:cNvGrpSpPr/>
          <p:nvPr/>
        </p:nvGrpSpPr>
        <p:grpSpPr>
          <a:xfrm>
            <a:off x="1836710" y="129050"/>
            <a:ext cx="3182400" cy="4780800"/>
            <a:chOff x="1895451" y="372119"/>
            <a:chExt cx="2839656" cy="3549570"/>
          </a:xfrm>
          <a:effectLst>
            <a:glow rad="63500">
              <a:schemeClr val="tx1">
                <a:alpha val="40000"/>
              </a:schemeClr>
            </a:glow>
          </a:effectLst>
        </p:grpSpPr>
        <p:sp>
          <p:nvSpPr>
            <p:cNvPr id="16" name="Rectangle 15">
              <a:extLst>
                <a:ext uri="{FF2B5EF4-FFF2-40B4-BE49-F238E27FC236}">
                  <a16:creationId xmlns:a16="http://schemas.microsoft.com/office/drawing/2014/main" id="{3ED1A007-1A48-8452-6746-97A2B24092AB}"/>
                </a:ext>
              </a:extLst>
            </p:cNvPr>
            <p:cNvSpPr/>
            <p:nvPr/>
          </p:nvSpPr>
          <p:spPr>
            <a:xfrm>
              <a:off x="2139171" y="1124027"/>
              <a:ext cx="1552575" cy="15525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solidFill>
                  <a:schemeClr val="bg2">
                    <a:lumMod val="75000"/>
                  </a:schemeClr>
                </a:solidFill>
              </a:endParaRPr>
            </a:p>
          </p:txBody>
        </p:sp>
        <p:pic>
          <p:nvPicPr>
            <p:cNvPr id="41" name="Picture 40">
              <a:extLst>
                <a:ext uri="{FF2B5EF4-FFF2-40B4-BE49-F238E27FC236}">
                  <a16:creationId xmlns:a16="http://schemas.microsoft.com/office/drawing/2014/main" id="{156285D2-0291-7E70-74EA-2F323BDD54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95451" y="372119"/>
              <a:ext cx="2839656" cy="3549570"/>
            </a:xfrm>
            <a:prstGeom prst="rect">
              <a:avLst/>
            </a:prstGeom>
            <a:effectLst>
              <a:outerShdw blurRad="50800" dist="38100" dir="5400000" algn="t" rotWithShape="0">
                <a:schemeClr val="bg1">
                  <a:alpha val="40000"/>
                </a:schemeClr>
              </a:outerShdw>
            </a:effectLst>
          </p:spPr>
        </p:pic>
      </p:grpSp>
      <p:sp>
        <p:nvSpPr>
          <p:cNvPr id="11" name="Rectangle 10">
            <a:extLst>
              <a:ext uri="{FF2B5EF4-FFF2-40B4-BE49-F238E27FC236}">
                <a16:creationId xmlns:a16="http://schemas.microsoft.com/office/drawing/2014/main" id="{F91CAE03-2895-9F5A-6740-DFA00C1CC6D1}"/>
              </a:ext>
            </a:extLst>
          </p:cNvPr>
          <p:cNvSpPr/>
          <p:nvPr/>
        </p:nvSpPr>
        <p:spPr>
          <a:xfrm>
            <a:off x="319076" y="1124028"/>
            <a:ext cx="1703987" cy="1566871"/>
          </a:xfrm>
          <a:prstGeom prst="rect">
            <a:avLst/>
          </a:prstGeom>
          <a:solidFill>
            <a:srgbClr val="0563A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8" name="Picture 17">
            <a:extLst>
              <a:ext uri="{FF2B5EF4-FFF2-40B4-BE49-F238E27FC236}">
                <a16:creationId xmlns:a16="http://schemas.microsoft.com/office/drawing/2014/main" id="{C10526F4-C016-804A-BB07-03B8444001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7428" y="1481066"/>
            <a:ext cx="773186" cy="773186"/>
          </a:xfrm>
          <a:prstGeom prst="rect">
            <a:avLst/>
          </a:prstGeom>
          <a:effectLst/>
        </p:spPr>
      </p:pic>
      <p:sp>
        <p:nvSpPr>
          <p:cNvPr id="20" name="TextBox 19">
            <a:extLst>
              <a:ext uri="{FF2B5EF4-FFF2-40B4-BE49-F238E27FC236}">
                <a16:creationId xmlns:a16="http://schemas.microsoft.com/office/drawing/2014/main" id="{3E5E8D81-D7DA-193D-C2D3-0C283350FAF6}"/>
              </a:ext>
            </a:extLst>
          </p:cNvPr>
          <p:cNvSpPr txBox="1"/>
          <p:nvPr/>
        </p:nvSpPr>
        <p:spPr>
          <a:xfrm>
            <a:off x="3892701" y="2837695"/>
            <a:ext cx="8035139" cy="1246495"/>
          </a:xfrm>
          <a:prstGeom prst="rect">
            <a:avLst/>
          </a:prstGeom>
          <a:noFill/>
          <a:effectLst>
            <a:outerShdw blurRad="50800" dist="38100" dir="5400000" algn="t" rotWithShape="0">
              <a:schemeClr val="bg1">
                <a:alpha val="40000"/>
              </a:schemeClr>
            </a:outerShdw>
          </a:effectLst>
        </p:spPr>
        <p:txBody>
          <a:bodyPr wrap="square" rtlCol="0">
            <a:spAutoFit/>
          </a:bodyPr>
          <a:lstStyle/>
          <a:p>
            <a:r>
              <a:rPr lang="en-PH" sz="2500" b="1" dirty="0">
                <a:solidFill>
                  <a:schemeClr val="bg1"/>
                </a:solidFill>
                <a:latin typeface="HelveticaNowDisplay Bold" panose="020B0804030202020204" pitchFamily="34" charset="0"/>
                <a:cs typeface="HelveticaNowDisplay Bold" panose="020B0804030202020204" pitchFamily="34" charset="0"/>
              </a:rPr>
              <a:t>Word Quest: A VR Quest-Based Game for Improving English-Language Proficiency of 10 Year-old Filipino Children</a:t>
            </a:r>
          </a:p>
        </p:txBody>
      </p:sp>
      <p:pic>
        <p:nvPicPr>
          <p:cNvPr id="27" name="Picture 26">
            <a:extLst>
              <a:ext uri="{FF2B5EF4-FFF2-40B4-BE49-F238E27FC236}">
                <a16:creationId xmlns:a16="http://schemas.microsoft.com/office/drawing/2014/main" id="{91F93459-89E3-A674-CA7D-5AB186A513D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42220" y="-14303"/>
            <a:ext cx="739140" cy="923925"/>
          </a:xfrm>
          <a:prstGeom prst="rect">
            <a:avLst/>
          </a:prstGeom>
        </p:spPr>
      </p:pic>
      <p:cxnSp>
        <p:nvCxnSpPr>
          <p:cNvPr id="31" name="Straight Connector 30">
            <a:extLst>
              <a:ext uri="{FF2B5EF4-FFF2-40B4-BE49-F238E27FC236}">
                <a16:creationId xmlns:a16="http://schemas.microsoft.com/office/drawing/2014/main" id="{A4A8F2FD-D42C-73A1-209E-4051271099AA}"/>
              </a:ext>
            </a:extLst>
          </p:cNvPr>
          <p:cNvCxnSpPr/>
          <p:nvPr/>
        </p:nvCxnSpPr>
        <p:spPr>
          <a:xfrm>
            <a:off x="208344" y="801680"/>
            <a:ext cx="11725155" cy="0"/>
          </a:xfrm>
          <a:prstGeom prst="line">
            <a:avLst/>
          </a:prstGeom>
          <a:ln>
            <a:solidFill>
              <a:srgbClr val="F0F8FD"/>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63D3555F-F4F1-4610-5E97-190C57AFA8F6}"/>
              </a:ext>
            </a:extLst>
          </p:cNvPr>
          <p:cNvSpPr txBox="1"/>
          <p:nvPr/>
        </p:nvSpPr>
        <p:spPr>
          <a:xfrm>
            <a:off x="10962640" y="293772"/>
            <a:ext cx="965200" cy="307777"/>
          </a:xfrm>
          <a:prstGeom prst="rect">
            <a:avLst/>
          </a:prstGeom>
          <a:noFill/>
        </p:spPr>
        <p:txBody>
          <a:bodyPr wrap="square" rtlCol="0">
            <a:spAutoFit/>
          </a:bodyPr>
          <a:lstStyle/>
          <a:p>
            <a:r>
              <a:rPr lang="en-PH" sz="1400" b="1" dirty="0">
                <a:solidFill>
                  <a:schemeClr val="bg1"/>
                </a:solidFill>
                <a:latin typeface="HelveticaNowDisplay Bold" panose="020B0804030202020204" pitchFamily="34" charset="0"/>
                <a:cs typeface="HelveticaNowDisplay Bold" panose="020B0804030202020204" pitchFamily="34" charset="0"/>
              </a:rPr>
              <a:t>10:45 AM</a:t>
            </a:r>
          </a:p>
        </p:txBody>
      </p:sp>
      <p:pic>
        <p:nvPicPr>
          <p:cNvPr id="34" name="Picture 33">
            <a:extLst>
              <a:ext uri="{FF2B5EF4-FFF2-40B4-BE49-F238E27FC236}">
                <a16:creationId xmlns:a16="http://schemas.microsoft.com/office/drawing/2014/main" id="{BCBEC81F-4583-FAD1-BC78-766DAD45EC2E}"/>
              </a:ext>
            </a:extLst>
          </p:cNvPr>
          <p:cNvPicPr>
            <a:picLocks noChangeAspect="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731349" y="336057"/>
            <a:ext cx="245163" cy="245163"/>
          </a:xfrm>
          <a:prstGeom prst="rect">
            <a:avLst/>
          </a:prstGeom>
        </p:spPr>
      </p:pic>
      <p:pic>
        <p:nvPicPr>
          <p:cNvPr id="36" name="Picture 35">
            <a:extLst>
              <a:ext uri="{FF2B5EF4-FFF2-40B4-BE49-F238E27FC236}">
                <a16:creationId xmlns:a16="http://schemas.microsoft.com/office/drawing/2014/main" id="{40763096-62CB-45E7-F4FA-735DE13B73C4}"/>
              </a:ext>
            </a:extLst>
          </p:cNvPr>
          <p:cNvPicPr>
            <a:picLocks noChangeAspect="1"/>
          </p:cNvPicPr>
          <p:nvPr/>
        </p:nvPicPr>
        <p:blipFill>
          <a:blip r:embed="rId9">
            <a:extLst>
              <a:ext uri="{BEBA8EAE-BF5A-486C-A8C5-ECC9F3942E4B}">
                <a14:imgProps xmlns:a14="http://schemas.microsoft.com/office/drawing/2010/main">
                  <a14:imgLayer r:embed="rId10">
                    <a14:imgEffect>
                      <a14:sharpenSoften amount="100000"/>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rot="5400000">
            <a:off x="9187141" y="336056"/>
            <a:ext cx="245163" cy="245163"/>
          </a:xfrm>
          <a:prstGeom prst="rect">
            <a:avLst/>
          </a:prstGeom>
        </p:spPr>
      </p:pic>
      <p:sp>
        <p:nvSpPr>
          <p:cNvPr id="38" name="TextBox 37">
            <a:extLst>
              <a:ext uri="{FF2B5EF4-FFF2-40B4-BE49-F238E27FC236}">
                <a16:creationId xmlns:a16="http://schemas.microsoft.com/office/drawing/2014/main" id="{7A5BCD57-55F1-75B9-27D5-A2A353ED56E4}"/>
              </a:ext>
            </a:extLst>
          </p:cNvPr>
          <p:cNvSpPr txBox="1"/>
          <p:nvPr/>
        </p:nvSpPr>
        <p:spPr>
          <a:xfrm>
            <a:off x="208344" y="247273"/>
            <a:ext cx="1102296" cy="400110"/>
          </a:xfrm>
          <a:prstGeom prst="rect">
            <a:avLst/>
          </a:prstGeom>
          <a:noFill/>
        </p:spPr>
        <p:txBody>
          <a:bodyPr wrap="square" rtlCol="0">
            <a:spAutoFit/>
          </a:bodyPr>
          <a:lstStyle/>
          <a:p>
            <a:r>
              <a:rPr lang="en-PH" sz="2000" b="1" dirty="0">
                <a:solidFill>
                  <a:schemeClr val="bg1"/>
                </a:solidFill>
                <a:latin typeface="HelveticaNowDisplay Bold" panose="020B0804030202020204" pitchFamily="34" charset="0"/>
                <a:cs typeface="HelveticaNowDisplay Bold" panose="020B0804030202020204" pitchFamily="34" charset="0"/>
              </a:rPr>
              <a:t>Games</a:t>
            </a:r>
          </a:p>
        </p:txBody>
      </p:sp>
      <p:sp>
        <p:nvSpPr>
          <p:cNvPr id="39" name="TextBox 38">
            <a:extLst>
              <a:ext uri="{FF2B5EF4-FFF2-40B4-BE49-F238E27FC236}">
                <a16:creationId xmlns:a16="http://schemas.microsoft.com/office/drawing/2014/main" id="{A24874F0-FA95-2A07-E1BE-B9A924FCF142}"/>
              </a:ext>
            </a:extLst>
          </p:cNvPr>
          <p:cNvSpPr txBox="1"/>
          <p:nvPr/>
        </p:nvSpPr>
        <p:spPr>
          <a:xfrm>
            <a:off x="1285562" y="279276"/>
            <a:ext cx="1102296" cy="400110"/>
          </a:xfrm>
          <a:prstGeom prst="rect">
            <a:avLst/>
          </a:prstGeom>
          <a:noFill/>
          <a:effectLst>
            <a:outerShdw blurRad="50800" dist="38100" dir="5400000" algn="t" rotWithShape="0">
              <a:prstClr val="black">
                <a:alpha val="40000"/>
              </a:prstClr>
            </a:outerShdw>
          </a:effectLst>
        </p:spPr>
        <p:txBody>
          <a:bodyPr wrap="square" rtlCol="0">
            <a:spAutoFit/>
          </a:bodyPr>
          <a:lstStyle/>
          <a:p>
            <a:r>
              <a:rPr lang="en-PH" sz="2000" dirty="0">
                <a:solidFill>
                  <a:schemeClr val="bg2">
                    <a:lumMod val="75000"/>
                  </a:schemeClr>
                </a:solidFill>
                <a:latin typeface="Arial" panose="020B0604020202020204" pitchFamily="34" charset="0"/>
                <a:cs typeface="Arial" panose="020B0604020202020204" pitchFamily="34" charset="0"/>
              </a:rPr>
              <a:t>Media</a:t>
            </a:r>
          </a:p>
        </p:txBody>
      </p:sp>
      <p:pic>
        <p:nvPicPr>
          <p:cNvPr id="45" name="Picture 44">
            <a:extLst>
              <a:ext uri="{FF2B5EF4-FFF2-40B4-BE49-F238E27FC236}">
                <a16:creationId xmlns:a16="http://schemas.microsoft.com/office/drawing/2014/main" id="{1DA03EDC-AB74-EB27-37A4-B542CA206F4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988600" y="1141770"/>
            <a:ext cx="1552575" cy="1566875"/>
          </a:xfrm>
          <a:prstGeom prst="rect">
            <a:avLst/>
          </a:prstGeom>
        </p:spPr>
      </p:pic>
      <p:pic>
        <p:nvPicPr>
          <p:cNvPr id="47" name="Picture 46">
            <a:extLst>
              <a:ext uri="{FF2B5EF4-FFF2-40B4-BE49-F238E27FC236}">
                <a16:creationId xmlns:a16="http://schemas.microsoft.com/office/drawing/2014/main" id="{A3E93F47-A1BB-037D-4546-5C52737142E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634607" y="1141770"/>
            <a:ext cx="1552574" cy="1566875"/>
          </a:xfrm>
          <a:prstGeom prst="rect">
            <a:avLst/>
          </a:prstGeom>
        </p:spPr>
      </p:pic>
      <p:grpSp>
        <p:nvGrpSpPr>
          <p:cNvPr id="8" name="Group 7">
            <a:extLst>
              <a:ext uri="{FF2B5EF4-FFF2-40B4-BE49-F238E27FC236}">
                <a16:creationId xmlns:a16="http://schemas.microsoft.com/office/drawing/2014/main" id="{904EC8BF-83CC-9C6A-B94A-39EF7F0C1C89}"/>
              </a:ext>
            </a:extLst>
          </p:cNvPr>
          <p:cNvGrpSpPr/>
          <p:nvPr/>
        </p:nvGrpSpPr>
        <p:grpSpPr>
          <a:xfrm>
            <a:off x="319076" y="5925434"/>
            <a:ext cx="2245936" cy="794750"/>
            <a:chOff x="319076" y="5925434"/>
            <a:chExt cx="2245936" cy="794750"/>
          </a:xfrm>
        </p:grpSpPr>
        <p:pic>
          <p:nvPicPr>
            <p:cNvPr id="6" name="Picture 5">
              <a:extLst>
                <a:ext uri="{FF2B5EF4-FFF2-40B4-BE49-F238E27FC236}">
                  <a16:creationId xmlns:a16="http://schemas.microsoft.com/office/drawing/2014/main" id="{BB2C008C-3D82-4210-D6B6-4882559A8868}"/>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9076" y="5925434"/>
              <a:ext cx="635800" cy="794750"/>
            </a:xfrm>
            <a:prstGeom prst="rect">
              <a:avLst/>
            </a:prstGeom>
          </p:spPr>
        </p:pic>
        <p:sp>
          <p:nvSpPr>
            <p:cNvPr id="7" name="TextBox 6">
              <a:extLst>
                <a:ext uri="{FF2B5EF4-FFF2-40B4-BE49-F238E27FC236}">
                  <a16:creationId xmlns:a16="http://schemas.microsoft.com/office/drawing/2014/main" id="{8D7D8C0D-70DA-017D-E680-D85C3C22A6B4}"/>
                </a:ext>
              </a:extLst>
            </p:cNvPr>
            <p:cNvSpPr txBox="1"/>
            <p:nvPr/>
          </p:nvSpPr>
          <p:spPr>
            <a:xfrm>
              <a:off x="861025" y="6098086"/>
              <a:ext cx="1703987" cy="369332"/>
            </a:xfrm>
            <a:prstGeom prst="rect">
              <a:avLst/>
            </a:prstGeom>
            <a:noFill/>
          </p:spPr>
          <p:txBody>
            <a:bodyPr wrap="square" rtlCol="0">
              <a:spAutoFit/>
            </a:bodyPr>
            <a:lstStyle/>
            <a:p>
              <a:r>
                <a:rPr lang="en-PH" b="1" dirty="0">
                  <a:solidFill>
                    <a:schemeClr val="bg1"/>
                  </a:solidFill>
                  <a:latin typeface="HelveticaNowDisplay Bold" panose="020B0804030202020204" pitchFamily="34" charset="0"/>
                  <a:cs typeface="HelveticaNowDisplay Bold" panose="020B0804030202020204" pitchFamily="34" charset="0"/>
                </a:rPr>
                <a:t>Details</a:t>
              </a:r>
            </a:p>
          </p:txBody>
        </p:sp>
      </p:grpSp>
    </p:spTree>
    <p:extLst>
      <p:ext uri="{BB962C8B-B14F-4D97-AF65-F5344CB8AC3E}">
        <p14:creationId xmlns:p14="http://schemas.microsoft.com/office/powerpoint/2010/main" val="25924238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00B8FF"/>
            </a:gs>
            <a:gs pos="100000">
              <a:srgbClr val="002BFF"/>
            </a:gs>
          </a:gsLst>
          <a:lin ang="5400000" scaled="1"/>
        </a:gradFill>
        <a:effectLst/>
      </p:bgPr>
    </p:bg>
    <p:spTree>
      <p:nvGrpSpPr>
        <p:cNvPr id="1" name="">
          <a:extLst>
            <a:ext uri="{FF2B5EF4-FFF2-40B4-BE49-F238E27FC236}">
              <a16:creationId xmlns:a16="http://schemas.microsoft.com/office/drawing/2014/main" id="{1EC9BA1A-D3B7-118A-6FD6-C6A1727535E6}"/>
            </a:ext>
          </a:extLst>
        </p:cNvPr>
        <p:cNvGrpSpPr/>
        <p:nvPr/>
      </p:nvGrpSpPr>
      <p:grpSpPr>
        <a:xfrm>
          <a:off x="0" y="0"/>
          <a:ext cx="0" cy="0"/>
          <a:chOff x="0" y="0"/>
          <a:chExt cx="0" cy="0"/>
        </a:xfrm>
      </p:grpSpPr>
      <p:sp>
        <p:nvSpPr>
          <p:cNvPr id="4" name="AutoShape 2" descr="Обои по теме Sony Playstation">
            <a:extLst>
              <a:ext uri="{FF2B5EF4-FFF2-40B4-BE49-F238E27FC236}">
                <a16:creationId xmlns:a16="http://schemas.microsoft.com/office/drawing/2014/main" id="{EE3D4085-6127-5135-F775-8E68E358BCDD}"/>
              </a:ext>
            </a:extLst>
          </p:cNvPr>
          <p:cNvSpPr>
            <a:spLocks noChangeAspect="1" noChangeArrowheads="1"/>
          </p:cNvSpPr>
          <p:nvPr/>
        </p:nvSpPr>
        <p:spPr bwMode="auto">
          <a:xfrm>
            <a:off x="5943600" y="3276600"/>
            <a:ext cx="4937760" cy="4937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5" name="Picture 4">
            <a:extLst>
              <a:ext uri="{FF2B5EF4-FFF2-40B4-BE49-F238E27FC236}">
                <a16:creationId xmlns:a16="http://schemas.microsoft.com/office/drawing/2014/main" id="{710480CC-A98A-069A-CE44-7194F563272C}"/>
              </a:ext>
            </a:extLst>
          </p:cNvPr>
          <p:cNvPicPr>
            <a:picLocks noChangeAspect="1"/>
          </p:cNvPicPr>
          <p:nvPr/>
        </p:nvPicPr>
        <p:blipFill>
          <a:blip r:embed="rId2">
            <a:alphaModFix amt="37000"/>
            <a:extLst>
              <a:ext uri="{BEBA8EAE-BF5A-486C-A8C5-ECC9F3942E4B}">
                <a14:imgProps xmlns:a14="http://schemas.microsoft.com/office/drawing/2010/main">
                  <a14:imgLayer r:embed="rId3">
                    <a14:imgEffect>
                      <a14:brightnessContrast bright="-76000"/>
                    </a14:imgEffect>
                  </a14:imgLayer>
                </a14:imgProps>
              </a:ext>
              <a:ext uri="{28A0092B-C50C-407E-A947-70E740481C1C}">
                <a14:useLocalDpi xmlns:a14="http://schemas.microsoft.com/office/drawing/2010/main" val="0"/>
              </a:ext>
            </a:extLst>
          </a:blip>
          <a:stretch>
            <a:fillRect/>
          </a:stretch>
        </p:blipFill>
        <p:spPr>
          <a:xfrm>
            <a:off x="0" y="0"/>
            <a:ext cx="12232004" cy="6858000"/>
          </a:xfrm>
          <a:prstGeom prst="rect">
            <a:avLst/>
          </a:prstGeom>
        </p:spPr>
      </p:pic>
      <p:grpSp>
        <p:nvGrpSpPr>
          <p:cNvPr id="42" name="Group 41">
            <a:extLst>
              <a:ext uri="{FF2B5EF4-FFF2-40B4-BE49-F238E27FC236}">
                <a16:creationId xmlns:a16="http://schemas.microsoft.com/office/drawing/2014/main" id="{28E57891-9B1E-7488-D2E5-3A184BE8A347}"/>
              </a:ext>
            </a:extLst>
          </p:cNvPr>
          <p:cNvGrpSpPr/>
          <p:nvPr/>
        </p:nvGrpSpPr>
        <p:grpSpPr>
          <a:xfrm>
            <a:off x="113761" y="447328"/>
            <a:ext cx="2828098" cy="3614266"/>
            <a:chOff x="1895451" y="372119"/>
            <a:chExt cx="2839656" cy="3549570"/>
          </a:xfrm>
          <a:effectLst/>
        </p:grpSpPr>
        <p:sp>
          <p:nvSpPr>
            <p:cNvPr id="16" name="Rectangle 15">
              <a:extLst>
                <a:ext uri="{FF2B5EF4-FFF2-40B4-BE49-F238E27FC236}">
                  <a16:creationId xmlns:a16="http://schemas.microsoft.com/office/drawing/2014/main" id="{5BAABBCE-7E92-5F34-66E3-0C0A78F1AEDA}"/>
                </a:ext>
              </a:extLst>
            </p:cNvPr>
            <p:cNvSpPr/>
            <p:nvPr/>
          </p:nvSpPr>
          <p:spPr>
            <a:xfrm>
              <a:off x="2139171" y="1124027"/>
              <a:ext cx="1552575" cy="15525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solidFill>
                  <a:schemeClr val="bg2">
                    <a:lumMod val="75000"/>
                  </a:schemeClr>
                </a:solidFill>
              </a:endParaRPr>
            </a:p>
          </p:txBody>
        </p:sp>
        <p:pic>
          <p:nvPicPr>
            <p:cNvPr id="41" name="Picture 40">
              <a:extLst>
                <a:ext uri="{FF2B5EF4-FFF2-40B4-BE49-F238E27FC236}">
                  <a16:creationId xmlns:a16="http://schemas.microsoft.com/office/drawing/2014/main" id="{8E368812-AF9E-EB36-1497-92DED438F5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95451" y="372119"/>
              <a:ext cx="2839656" cy="3549570"/>
            </a:xfrm>
            <a:prstGeom prst="rect">
              <a:avLst/>
            </a:prstGeom>
            <a:effectLst/>
          </p:spPr>
        </p:pic>
      </p:grpSp>
      <p:sp>
        <p:nvSpPr>
          <p:cNvPr id="20" name="TextBox 19">
            <a:extLst>
              <a:ext uri="{FF2B5EF4-FFF2-40B4-BE49-F238E27FC236}">
                <a16:creationId xmlns:a16="http://schemas.microsoft.com/office/drawing/2014/main" id="{26F0E06D-6D60-8881-9B17-9E8C3C4CA4FC}"/>
              </a:ext>
            </a:extLst>
          </p:cNvPr>
          <p:cNvSpPr txBox="1"/>
          <p:nvPr/>
        </p:nvSpPr>
        <p:spPr>
          <a:xfrm>
            <a:off x="3892701" y="2837695"/>
            <a:ext cx="8035139" cy="1246495"/>
          </a:xfrm>
          <a:prstGeom prst="rect">
            <a:avLst/>
          </a:prstGeom>
          <a:noFill/>
          <a:effectLst>
            <a:outerShdw blurRad="50800" dist="38100" dir="5400000" algn="t" rotWithShape="0">
              <a:schemeClr val="bg1">
                <a:alpha val="40000"/>
              </a:schemeClr>
            </a:outerShdw>
          </a:effectLst>
        </p:spPr>
        <p:txBody>
          <a:bodyPr wrap="square" rtlCol="0">
            <a:spAutoFit/>
          </a:bodyPr>
          <a:lstStyle/>
          <a:p>
            <a:r>
              <a:rPr lang="en-PH" sz="2500" b="1" dirty="0" err="1">
                <a:solidFill>
                  <a:schemeClr val="bg1"/>
                </a:solidFill>
                <a:latin typeface="HelveticaNowDisplay Bold" panose="020B0804030202020204" pitchFamily="34" charset="0"/>
                <a:cs typeface="HelveticaNowDisplay Bold" panose="020B0804030202020204" pitchFamily="34" charset="0"/>
              </a:rPr>
              <a:t>Mathventure</a:t>
            </a:r>
            <a:r>
              <a:rPr lang="en-PH" sz="2500" b="1" dirty="0">
                <a:solidFill>
                  <a:schemeClr val="bg1"/>
                </a:solidFill>
                <a:latin typeface="HelveticaNowDisplay Bold" panose="020B0804030202020204" pitchFamily="34" charset="0"/>
                <a:cs typeface="HelveticaNowDisplay Bold" panose="020B0804030202020204" pitchFamily="34" charset="0"/>
              </a:rPr>
              <a:t> Time: Ang </a:t>
            </a:r>
            <a:r>
              <a:rPr lang="en-PH" sz="2500" b="1" dirty="0" err="1">
                <a:solidFill>
                  <a:schemeClr val="bg1"/>
                </a:solidFill>
                <a:latin typeface="HelveticaNowDisplay Bold" panose="020B0804030202020204" pitchFamily="34" charset="0"/>
                <a:cs typeface="HelveticaNowDisplay Bold" panose="020B0804030202020204" pitchFamily="34" charset="0"/>
              </a:rPr>
              <a:t>Pagtuklas</a:t>
            </a:r>
            <a:r>
              <a:rPr lang="en-PH" sz="2500" b="1" dirty="0">
                <a:solidFill>
                  <a:schemeClr val="bg1"/>
                </a:solidFill>
                <a:latin typeface="HelveticaNowDisplay Bold" panose="020B0804030202020204" pitchFamily="34" charset="0"/>
                <a:cs typeface="HelveticaNowDisplay Bold" panose="020B0804030202020204" pitchFamily="34" charset="0"/>
              </a:rPr>
              <a:t> Sa </a:t>
            </a:r>
            <a:r>
              <a:rPr lang="en-PH" sz="2500" b="1" dirty="0" err="1">
                <a:solidFill>
                  <a:schemeClr val="bg1"/>
                </a:solidFill>
                <a:latin typeface="HelveticaNowDisplay Bold" panose="020B0804030202020204" pitchFamily="34" charset="0"/>
                <a:cs typeface="HelveticaNowDisplay Bold" panose="020B0804030202020204" pitchFamily="34" charset="0"/>
              </a:rPr>
              <a:t>Numero</a:t>
            </a:r>
            <a:r>
              <a:rPr lang="en-PH" sz="2500" b="1" dirty="0">
                <a:solidFill>
                  <a:schemeClr val="bg1"/>
                </a:solidFill>
                <a:latin typeface="HelveticaNowDisplay Bold" panose="020B0804030202020204" pitchFamily="34" charset="0"/>
                <a:cs typeface="HelveticaNowDisplay Bold" panose="020B0804030202020204" pitchFamily="34" charset="0"/>
              </a:rPr>
              <a:t> (A VR Based Math Game for Improving 2</a:t>
            </a:r>
            <a:r>
              <a:rPr lang="en-PH" sz="2500" b="1" baseline="30000" dirty="0">
                <a:solidFill>
                  <a:schemeClr val="bg1"/>
                </a:solidFill>
                <a:latin typeface="HelveticaNowDisplay Bold" panose="020B0804030202020204" pitchFamily="34" charset="0"/>
                <a:cs typeface="HelveticaNowDisplay Bold" panose="020B0804030202020204" pitchFamily="34" charset="0"/>
              </a:rPr>
              <a:t>nd</a:t>
            </a:r>
            <a:r>
              <a:rPr lang="en-PH" sz="2500" b="1" dirty="0">
                <a:solidFill>
                  <a:schemeClr val="bg1"/>
                </a:solidFill>
                <a:latin typeface="HelveticaNowDisplay Bold" panose="020B0804030202020204" pitchFamily="34" charset="0"/>
                <a:cs typeface="HelveticaNowDisplay Bold" panose="020B0804030202020204" pitchFamily="34" charset="0"/>
              </a:rPr>
              <a:t> Grade Elementary Student Arithmetic Proficiency)</a:t>
            </a:r>
          </a:p>
        </p:txBody>
      </p:sp>
      <p:pic>
        <p:nvPicPr>
          <p:cNvPr id="27" name="Picture 26">
            <a:extLst>
              <a:ext uri="{FF2B5EF4-FFF2-40B4-BE49-F238E27FC236}">
                <a16:creationId xmlns:a16="http://schemas.microsoft.com/office/drawing/2014/main" id="{19A82DD1-F3B3-6A99-9E3B-835AB715D90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42220" y="-14303"/>
            <a:ext cx="739140" cy="923925"/>
          </a:xfrm>
          <a:prstGeom prst="rect">
            <a:avLst/>
          </a:prstGeom>
        </p:spPr>
      </p:pic>
      <p:cxnSp>
        <p:nvCxnSpPr>
          <p:cNvPr id="31" name="Straight Connector 30">
            <a:extLst>
              <a:ext uri="{FF2B5EF4-FFF2-40B4-BE49-F238E27FC236}">
                <a16:creationId xmlns:a16="http://schemas.microsoft.com/office/drawing/2014/main" id="{62153E5B-DCD1-7D49-B365-37B2734CBD23}"/>
              </a:ext>
            </a:extLst>
          </p:cNvPr>
          <p:cNvCxnSpPr/>
          <p:nvPr/>
        </p:nvCxnSpPr>
        <p:spPr>
          <a:xfrm>
            <a:off x="208344" y="801680"/>
            <a:ext cx="11725155" cy="0"/>
          </a:xfrm>
          <a:prstGeom prst="line">
            <a:avLst/>
          </a:prstGeom>
          <a:ln>
            <a:solidFill>
              <a:srgbClr val="F0F8FD"/>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3EE0339C-D638-F125-F029-FF7323A20330}"/>
              </a:ext>
            </a:extLst>
          </p:cNvPr>
          <p:cNvSpPr txBox="1"/>
          <p:nvPr/>
        </p:nvSpPr>
        <p:spPr>
          <a:xfrm>
            <a:off x="10962640" y="293772"/>
            <a:ext cx="965200" cy="307777"/>
          </a:xfrm>
          <a:prstGeom prst="rect">
            <a:avLst/>
          </a:prstGeom>
          <a:noFill/>
        </p:spPr>
        <p:txBody>
          <a:bodyPr wrap="square" rtlCol="0">
            <a:spAutoFit/>
          </a:bodyPr>
          <a:lstStyle/>
          <a:p>
            <a:r>
              <a:rPr lang="en-PH" sz="1400" b="1" dirty="0">
                <a:solidFill>
                  <a:schemeClr val="bg1"/>
                </a:solidFill>
                <a:latin typeface="HelveticaNowDisplay Bold" panose="020B0804030202020204" pitchFamily="34" charset="0"/>
                <a:cs typeface="HelveticaNowDisplay Bold" panose="020B0804030202020204" pitchFamily="34" charset="0"/>
              </a:rPr>
              <a:t>10:45 AM</a:t>
            </a:r>
          </a:p>
        </p:txBody>
      </p:sp>
      <p:pic>
        <p:nvPicPr>
          <p:cNvPr id="34" name="Picture 33">
            <a:extLst>
              <a:ext uri="{FF2B5EF4-FFF2-40B4-BE49-F238E27FC236}">
                <a16:creationId xmlns:a16="http://schemas.microsoft.com/office/drawing/2014/main" id="{7E83CF8A-7167-62D0-3B4B-41F34E1246D4}"/>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731349" y="336057"/>
            <a:ext cx="245163" cy="245163"/>
          </a:xfrm>
          <a:prstGeom prst="rect">
            <a:avLst/>
          </a:prstGeom>
        </p:spPr>
      </p:pic>
      <p:pic>
        <p:nvPicPr>
          <p:cNvPr id="36" name="Picture 35">
            <a:extLst>
              <a:ext uri="{FF2B5EF4-FFF2-40B4-BE49-F238E27FC236}">
                <a16:creationId xmlns:a16="http://schemas.microsoft.com/office/drawing/2014/main" id="{666E7048-382A-BDFB-B613-D5054AEEB86F}"/>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100000"/>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rot="5400000">
            <a:off x="9187141" y="336056"/>
            <a:ext cx="245163" cy="245163"/>
          </a:xfrm>
          <a:prstGeom prst="rect">
            <a:avLst/>
          </a:prstGeom>
        </p:spPr>
      </p:pic>
      <p:sp>
        <p:nvSpPr>
          <p:cNvPr id="38" name="TextBox 37">
            <a:extLst>
              <a:ext uri="{FF2B5EF4-FFF2-40B4-BE49-F238E27FC236}">
                <a16:creationId xmlns:a16="http://schemas.microsoft.com/office/drawing/2014/main" id="{5EA9D94A-4203-762F-E876-965E3F9A07DF}"/>
              </a:ext>
            </a:extLst>
          </p:cNvPr>
          <p:cNvSpPr txBox="1"/>
          <p:nvPr/>
        </p:nvSpPr>
        <p:spPr>
          <a:xfrm>
            <a:off x="208344" y="247273"/>
            <a:ext cx="1102296" cy="400110"/>
          </a:xfrm>
          <a:prstGeom prst="rect">
            <a:avLst/>
          </a:prstGeom>
          <a:noFill/>
        </p:spPr>
        <p:txBody>
          <a:bodyPr wrap="square" rtlCol="0">
            <a:spAutoFit/>
          </a:bodyPr>
          <a:lstStyle/>
          <a:p>
            <a:r>
              <a:rPr lang="en-PH" sz="2000" b="1" dirty="0">
                <a:solidFill>
                  <a:schemeClr val="bg1"/>
                </a:solidFill>
                <a:latin typeface="HelveticaNowDisplay Bold" panose="020B0804030202020204" pitchFamily="34" charset="0"/>
                <a:cs typeface="HelveticaNowDisplay Bold" panose="020B0804030202020204" pitchFamily="34" charset="0"/>
              </a:rPr>
              <a:t>Games</a:t>
            </a:r>
          </a:p>
        </p:txBody>
      </p:sp>
      <p:sp>
        <p:nvSpPr>
          <p:cNvPr id="39" name="TextBox 38">
            <a:extLst>
              <a:ext uri="{FF2B5EF4-FFF2-40B4-BE49-F238E27FC236}">
                <a16:creationId xmlns:a16="http://schemas.microsoft.com/office/drawing/2014/main" id="{391F24A9-978D-F5DB-DB59-4F8BF062C903}"/>
              </a:ext>
            </a:extLst>
          </p:cNvPr>
          <p:cNvSpPr txBox="1"/>
          <p:nvPr/>
        </p:nvSpPr>
        <p:spPr>
          <a:xfrm>
            <a:off x="1285562" y="279276"/>
            <a:ext cx="1102296" cy="400110"/>
          </a:xfrm>
          <a:prstGeom prst="rect">
            <a:avLst/>
          </a:prstGeom>
          <a:noFill/>
          <a:effectLst>
            <a:outerShdw blurRad="50800" dist="38100" dir="5400000" algn="t" rotWithShape="0">
              <a:prstClr val="black">
                <a:alpha val="40000"/>
              </a:prstClr>
            </a:outerShdw>
          </a:effectLst>
        </p:spPr>
        <p:txBody>
          <a:bodyPr wrap="square" rtlCol="0">
            <a:spAutoFit/>
          </a:bodyPr>
          <a:lstStyle/>
          <a:p>
            <a:r>
              <a:rPr lang="en-PH" sz="2000" dirty="0">
                <a:solidFill>
                  <a:schemeClr val="bg2">
                    <a:lumMod val="75000"/>
                  </a:schemeClr>
                </a:solidFill>
                <a:latin typeface="Arial" panose="020B0604020202020204" pitchFamily="34" charset="0"/>
                <a:cs typeface="Arial" panose="020B0604020202020204" pitchFamily="34" charset="0"/>
              </a:rPr>
              <a:t>Media</a:t>
            </a:r>
          </a:p>
        </p:txBody>
      </p:sp>
      <p:pic>
        <p:nvPicPr>
          <p:cNvPr id="45" name="Picture 44">
            <a:extLst>
              <a:ext uri="{FF2B5EF4-FFF2-40B4-BE49-F238E27FC236}">
                <a16:creationId xmlns:a16="http://schemas.microsoft.com/office/drawing/2014/main" id="{E1476910-71E6-2B18-BF79-FA84ACC0534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18378" y="1212941"/>
            <a:ext cx="1646962" cy="1977990"/>
          </a:xfrm>
          <a:prstGeom prst="rect">
            <a:avLst/>
          </a:prstGeom>
          <a:effectLst>
            <a:glow rad="63500">
              <a:schemeClr val="bg1">
                <a:alpha val="40000"/>
              </a:schemeClr>
            </a:glow>
          </a:effectLst>
        </p:spPr>
      </p:pic>
      <p:pic>
        <p:nvPicPr>
          <p:cNvPr id="47" name="Picture 46">
            <a:extLst>
              <a:ext uri="{FF2B5EF4-FFF2-40B4-BE49-F238E27FC236}">
                <a16:creationId xmlns:a16="http://schemas.microsoft.com/office/drawing/2014/main" id="{7D6BBE80-466F-889E-3080-4DFB5F4CDF4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980973" y="1219939"/>
            <a:ext cx="1552574" cy="1566875"/>
          </a:xfrm>
          <a:prstGeom prst="rect">
            <a:avLst/>
          </a:prstGeom>
        </p:spPr>
      </p:pic>
      <p:grpSp>
        <p:nvGrpSpPr>
          <p:cNvPr id="6" name="Group 5">
            <a:extLst>
              <a:ext uri="{FF2B5EF4-FFF2-40B4-BE49-F238E27FC236}">
                <a16:creationId xmlns:a16="http://schemas.microsoft.com/office/drawing/2014/main" id="{0558EB82-68AF-351B-1EA6-867027A5ACDE}"/>
              </a:ext>
            </a:extLst>
          </p:cNvPr>
          <p:cNvGrpSpPr/>
          <p:nvPr/>
        </p:nvGrpSpPr>
        <p:grpSpPr>
          <a:xfrm>
            <a:off x="319076" y="5925434"/>
            <a:ext cx="2245936" cy="794750"/>
            <a:chOff x="319076" y="5925434"/>
            <a:chExt cx="2245936" cy="794750"/>
          </a:xfrm>
        </p:grpSpPr>
        <p:pic>
          <p:nvPicPr>
            <p:cNvPr id="7" name="Picture 6">
              <a:extLst>
                <a:ext uri="{FF2B5EF4-FFF2-40B4-BE49-F238E27FC236}">
                  <a16:creationId xmlns:a16="http://schemas.microsoft.com/office/drawing/2014/main" id="{2C4BE636-AAB4-7B4F-3F7F-B567D75EC6B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19076" y="5925434"/>
              <a:ext cx="635800" cy="794750"/>
            </a:xfrm>
            <a:prstGeom prst="rect">
              <a:avLst/>
            </a:prstGeom>
          </p:spPr>
        </p:pic>
        <p:sp>
          <p:nvSpPr>
            <p:cNvPr id="8" name="TextBox 7">
              <a:extLst>
                <a:ext uri="{FF2B5EF4-FFF2-40B4-BE49-F238E27FC236}">
                  <a16:creationId xmlns:a16="http://schemas.microsoft.com/office/drawing/2014/main" id="{C98E7DE3-D595-9F1E-067E-979C4D84EDEA}"/>
                </a:ext>
              </a:extLst>
            </p:cNvPr>
            <p:cNvSpPr txBox="1"/>
            <p:nvPr/>
          </p:nvSpPr>
          <p:spPr>
            <a:xfrm>
              <a:off x="861025" y="6098086"/>
              <a:ext cx="1703987" cy="369332"/>
            </a:xfrm>
            <a:prstGeom prst="rect">
              <a:avLst/>
            </a:prstGeom>
            <a:noFill/>
          </p:spPr>
          <p:txBody>
            <a:bodyPr wrap="square" rtlCol="0">
              <a:spAutoFit/>
            </a:bodyPr>
            <a:lstStyle/>
            <a:p>
              <a:r>
                <a:rPr lang="en-PH" b="1" dirty="0">
                  <a:solidFill>
                    <a:schemeClr val="bg1"/>
                  </a:solidFill>
                  <a:latin typeface="HelveticaNowDisplay Bold" panose="020B0804030202020204" pitchFamily="34" charset="0"/>
                  <a:cs typeface="HelveticaNowDisplay Bold" panose="020B0804030202020204" pitchFamily="34" charset="0"/>
                </a:rPr>
                <a:t>Details</a:t>
              </a:r>
            </a:p>
          </p:txBody>
        </p:sp>
      </p:grpSp>
    </p:spTree>
    <p:extLst>
      <p:ext uri="{BB962C8B-B14F-4D97-AF65-F5344CB8AC3E}">
        <p14:creationId xmlns:p14="http://schemas.microsoft.com/office/powerpoint/2010/main" val="30950213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00B8FF"/>
            </a:gs>
            <a:gs pos="100000">
              <a:srgbClr val="002BFF"/>
            </a:gs>
          </a:gsLst>
          <a:lin ang="5400000" scaled="1"/>
        </a:gradFill>
        <a:effectLst/>
      </p:bgPr>
    </p:bg>
    <p:spTree>
      <p:nvGrpSpPr>
        <p:cNvPr id="1" name="">
          <a:extLst>
            <a:ext uri="{FF2B5EF4-FFF2-40B4-BE49-F238E27FC236}">
              <a16:creationId xmlns:a16="http://schemas.microsoft.com/office/drawing/2014/main" id="{AF56BAD7-3BDF-3CBA-0288-B4F20AF947AA}"/>
            </a:ext>
          </a:extLst>
        </p:cNvPr>
        <p:cNvGrpSpPr/>
        <p:nvPr/>
      </p:nvGrpSpPr>
      <p:grpSpPr>
        <a:xfrm>
          <a:off x="0" y="0"/>
          <a:ext cx="0" cy="0"/>
          <a:chOff x="0" y="0"/>
          <a:chExt cx="0" cy="0"/>
        </a:xfrm>
      </p:grpSpPr>
      <p:sp>
        <p:nvSpPr>
          <p:cNvPr id="4" name="AutoShape 2" descr="Обои по теме Sony Playstation">
            <a:extLst>
              <a:ext uri="{FF2B5EF4-FFF2-40B4-BE49-F238E27FC236}">
                <a16:creationId xmlns:a16="http://schemas.microsoft.com/office/drawing/2014/main" id="{40A75128-B98B-9B2A-D05B-F097DF3C362F}"/>
              </a:ext>
            </a:extLst>
          </p:cNvPr>
          <p:cNvSpPr>
            <a:spLocks noChangeAspect="1" noChangeArrowheads="1"/>
          </p:cNvSpPr>
          <p:nvPr/>
        </p:nvSpPr>
        <p:spPr bwMode="auto">
          <a:xfrm>
            <a:off x="5943600" y="3276600"/>
            <a:ext cx="4937760" cy="4937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5" name="Picture 4">
            <a:extLst>
              <a:ext uri="{FF2B5EF4-FFF2-40B4-BE49-F238E27FC236}">
                <a16:creationId xmlns:a16="http://schemas.microsoft.com/office/drawing/2014/main" id="{B77A23BC-B248-82A4-9B14-E0937A8B0A86}"/>
              </a:ext>
            </a:extLst>
          </p:cNvPr>
          <p:cNvPicPr>
            <a:picLocks noChangeAspect="1"/>
          </p:cNvPicPr>
          <p:nvPr/>
        </p:nvPicPr>
        <p:blipFill>
          <a:blip r:embed="rId2">
            <a:alphaModFix amt="37000"/>
            <a:extLst>
              <a:ext uri="{BEBA8EAE-BF5A-486C-A8C5-ECC9F3942E4B}">
                <a14:imgProps xmlns:a14="http://schemas.microsoft.com/office/drawing/2010/main">
                  <a14:imgLayer r:embed="rId3">
                    <a14:imgEffect>
                      <a14:brightnessContrast bright="-76000"/>
                    </a14:imgEffect>
                  </a14:imgLayer>
                </a14:imgProps>
              </a:ext>
              <a:ext uri="{28A0092B-C50C-407E-A947-70E740481C1C}">
                <a14:useLocalDpi xmlns:a14="http://schemas.microsoft.com/office/drawing/2010/main" val="0"/>
              </a:ext>
            </a:extLst>
          </a:blip>
          <a:stretch>
            <a:fillRect/>
          </a:stretch>
        </p:blipFill>
        <p:spPr>
          <a:xfrm>
            <a:off x="-1" y="-14303"/>
            <a:ext cx="12186923" cy="6858000"/>
          </a:xfrm>
          <a:prstGeom prst="rect">
            <a:avLst/>
          </a:prstGeom>
        </p:spPr>
      </p:pic>
      <p:pic>
        <p:nvPicPr>
          <p:cNvPr id="27" name="Picture 26">
            <a:extLst>
              <a:ext uri="{FF2B5EF4-FFF2-40B4-BE49-F238E27FC236}">
                <a16:creationId xmlns:a16="http://schemas.microsoft.com/office/drawing/2014/main" id="{8ADBBF63-6A4A-75E3-7E82-203235FC2E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42220" y="-14303"/>
            <a:ext cx="739140" cy="923925"/>
          </a:xfrm>
          <a:prstGeom prst="rect">
            <a:avLst/>
          </a:prstGeom>
        </p:spPr>
      </p:pic>
      <p:cxnSp>
        <p:nvCxnSpPr>
          <p:cNvPr id="31" name="Straight Connector 30">
            <a:extLst>
              <a:ext uri="{FF2B5EF4-FFF2-40B4-BE49-F238E27FC236}">
                <a16:creationId xmlns:a16="http://schemas.microsoft.com/office/drawing/2014/main" id="{DF57A9D2-554C-57C2-5876-90D5D19AEC3F}"/>
              </a:ext>
            </a:extLst>
          </p:cNvPr>
          <p:cNvCxnSpPr/>
          <p:nvPr/>
        </p:nvCxnSpPr>
        <p:spPr>
          <a:xfrm>
            <a:off x="208344" y="801680"/>
            <a:ext cx="11725155" cy="0"/>
          </a:xfrm>
          <a:prstGeom prst="line">
            <a:avLst/>
          </a:prstGeom>
          <a:ln>
            <a:solidFill>
              <a:srgbClr val="F0F8FD"/>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F44A5848-3058-7362-6AC2-4436FA1D4628}"/>
              </a:ext>
            </a:extLst>
          </p:cNvPr>
          <p:cNvSpPr txBox="1"/>
          <p:nvPr/>
        </p:nvSpPr>
        <p:spPr>
          <a:xfrm>
            <a:off x="10962640" y="293772"/>
            <a:ext cx="965200" cy="307777"/>
          </a:xfrm>
          <a:prstGeom prst="rect">
            <a:avLst/>
          </a:prstGeom>
          <a:noFill/>
        </p:spPr>
        <p:txBody>
          <a:bodyPr wrap="square" rtlCol="0">
            <a:spAutoFit/>
          </a:bodyPr>
          <a:lstStyle/>
          <a:p>
            <a:r>
              <a:rPr lang="en-PH" sz="1400" b="1" dirty="0">
                <a:solidFill>
                  <a:schemeClr val="bg1"/>
                </a:solidFill>
                <a:latin typeface="HelveticaNowDisplay Bold" panose="020B0804030202020204" pitchFamily="34" charset="0"/>
                <a:cs typeface="HelveticaNowDisplay Bold" panose="020B0804030202020204" pitchFamily="34" charset="0"/>
              </a:rPr>
              <a:t>10:45 AM</a:t>
            </a:r>
          </a:p>
        </p:txBody>
      </p:sp>
      <p:pic>
        <p:nvPicPr>
          <p:cNvPr id="34" name="Picture 33">
            <a:extLst>
              <a:ext uri="{FF2B5EF4-FFF2-40B4-BE49-F238E27FC236}">
                <a16:creationId xmlns:a16="http://schemas.microsoft.com/office/drawing/2014/main" id="{0CA2EBF3-7B7F-3E59-13FC-A89D7A3D0249}"/>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731349" y="336057"/>
            <a:ext cx="245163" cy="245163"/>
          </a:xfrm>
          <a:prstGeom prst="rect">
            <a:avLst/>
          </a:prstGeom>
        </p:spPr>
      </p:pic>
      <p:pic>
        <p:nvPicPr>
          <p:cNvPr id="36" name="Picture 35">
            <a:extLst>
              <a:ext uri="{FF2B5EF4-FFF2-40B4-BE49-F238E27FC236}">
                <a16:creationId xmlns:a16="http://schemas.microsoft.com/office/drawing/2014/main" id="{6C61C99C-A493-4142-66D0-5A293E5D67DB}"/>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100000"/>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rot="5400000">
            <a:off x="9187141" y="336056"/>
            <a:ext cx="245163" cy="245163"/>
          </a:xfrm>
          <a:prstGeom prst="rect">
            <a:avLst/>
          </a:prstGeom>
        </p:spPr>
      </p:pic>
      <p:sp>
        <p:nvSpPr>
          <p:cNvPr id="38" name="TextBox 37">
            <a:extLst>
              <a:ext uri="{FF2B5EF4-FFF2-40B4-BE49-F238E27FC236}">
                <a16:creationId xmlns:a16="http://schemas.microsoft.com/office/drawing/2014/main" id="{9070BD7B-DA45-8A04-9314-732F15CCB864}"/>
              </a:ext>
            </a:extLst>
          </p:cNvPr>
          <p:cNvSpPr txBox="1"/>
          <p:nvPr/>
        </p:nvSpPr>
        <p:spPr>
          <a:xfrm>
            <a:off x="208344" y="247273"/>
            <a:ext cx="2839656" cy="400110"/>
          </a:xfrm>
          <a:prstGeom prst="rect">
            <a:avLst/>
          </a:prstGeom>
          <a:noFill/>
        </p:spPr>
        <p:txBody>
          <a:bodyPr wrap="square" rtlCol="0">
            <a:spAutoFit/>
          </a:bodyPr>
          <a:lstStyle/>
          <a:p>
            <a:r>
              <a:rPr lang="en-PH" sz="2000" b="1" dirty="0">
                <a:solidFill>
                  <a:schemeClr val="bg1"/>
                </a:solidFill>
                <a:latin typeface="HelveticaNowDisplay Bold" panose="020B0804030202020204" pitchFamily="34" charset="0"/>
                <a:cs typeface="HelveticaNowDisplay Bold" panose="020B0804030202020204" pitchFamily="34" charset="0"/>
              </a:rPr>
              <a:t>Problem Statement</a:t>
            </a:r>
          </a:p>
        </p:txBody>
      </p:sp>
      <p:sp>
        <p:nvSpPr>
          <p:cNvPr id="39" name="TextBox 38">
            <a:extLst>
              <a:ext uri="{FF2B5EF4-FFF2-40B4-BE49-F238E27FC236}">
                <a16:creationId xmlns:a16="http://schemas.microsoft.com/office/drawing/2014/main" id="{E2CBBD8E-A52A-A998-332B-6A8990E7C0D5}"/>
              </a:ext>
            </a:extLst>
          </p:cNvPr>
          <p:cNvSpPr txBox="1"/>
          <p:nvPr/>
        </p:nvSpPr>
        <p:spPr>
          <a:xfrm>
            <a:off x="2759696" y="258582"/>
            <a:ext cx="1802144" cy="400110"/>
          </a:xfrm>
          <a:prstGeom prst="rect">
            <a:avLst/>
          </a:prstGeom>
          <a:noFill/>
          <a:effectLst>
            <a:outerShdw blurRad="50800" dist="38100" dir="5400000" algn="t" rotWithShape="0">
              <a:prstClr val="black">
                <a:alpha val="40000"/>
              </a:prstClr>
            </a:outerShdw>
          </a:effectLst>
        </p:spPr>
        <p:txBody>
          <a:bodyPr wrap="square" rtlCol="0">
            <a:spAutoFit/>
          </a:bodyPr>
          <a:lstStyle/>
          <a:p>
            <a:r>
              <a:rPr lang="en-PH" sz="2000" dirty="0">
                <a:solidFill>
                  <a:schemeClr val="bg2">
                    <a:lumMod val="75000"/>
                  </a:schemeClr>
                </a:solidFill>
                <a:latin typeface="Arial" panose="020B0604020202020204" pitchFamily="34" charset="0"/>
                <a:cs typeface="Arial" panose="020B0604020202020204" pitchFamily="34" charset="0"/>
              </a:rPr>
              <a:t>Proposed App</a:t>
            </a:r>
          </a:p>
        </p:txBody>
      </p:sp>
      <p:grpSp>
        <p:nvGrpSpPr>
          <p:cNvPr id="8" name="Group 7">
            <a:extLst>
              <a:ext uri="{FF2B5EF4-FFF2-40B4-BE49-F238E27FC236}">
                <a16:creationId xmlns:a16="http://schemas.microsoft.com/office/drawing/2014/main" id="{EC7C2D14-623F-DEFA-3DEA-3EC700DBF6E9}"/>
              </a:ext>
            </a:extLst>
          </p:cNvPr>
          <p:cNvGrpSpPr/>
          <p:nvPr/>
        </p:nvGrpSpPr>
        <p:grpSpPr>
          <a:xfrm>
            <a:off x="319076" y="5925434"/>
            <a:ext cx="2245936" cy="794750"/>
            <a:chOff x="319076" y="5925434"/>
            <a:chExt cx="2245936" cy="794750"/>
          </a:xfrm>
        </p:grpSpPr>
        <p:pic>
          <p:nvPicPr>
            <p:cNvPr id="6" name="Picture 5">
              <a:extLst>
                <a:ext uri="{FF2B5EF4-FFF2-40B4-BE49-F238E27FC236}">
                  <a16:creationId xmlns:a16="http://schemas.microsoft.com/office/drawing/2014/main" id="{01FC146C-9706-8FAC-F9CA-7850B061F8D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19076" y="5925434"/>
              <a:ext cx="635800" cy="794750"/>
            </a:xfrm>
            <a:prstGeom prst="rect">
              <a:avLst/>
            </a:prstGeom>
          </p:spPr>
        </p:pic>
        <p:sp>
          <p:nvSpPr>
            <p:cNvPr id="7" name="TextBox 6">
              <a:extLst>
                <a:ext uri="{FF2B5EF4-FFF2-40B4-BE49-F238E27FC236}">
                  <a16:creationId xmlns:a16="http://schemas.microsoft.com/office/drawing/2014/main" id="{6F16EFB2-4D83-C1F0-EF80-A6BA277328D6}"/>
                </a:ext>
              </a:extLst>
            </p:cNvPr>
            <p:cNvSpPr txBox="1"/>
            <p:nvPr/>
          </p:nvSpPr>
          <p:spPr>
            <a:xfrm>
              <a:off x="861025" y="6098086"/>
              <a:ext cx="1703987" cy="369332"/>
            </a:xfrm>
            <a:prstGeom prst="rect">
              <a:avLst/>
            </a:prstGeom>
            <a:noFill/>
          </p:spPr>
          <p:txBody>
            <a:bodyPr wrap="square" rtlCol="0">
              <a:spAutoFit/>
            </a:bodyPr>
            <a:lstStyle/>
            <a:p>
              <a:r>
                <a:rPr lang="en-PH" b="1" dirty="0">
                  <a:solidFill>
                    <a:schemeClr val="bg1"/>
                  </a:solidFill>
                  <a:latin typeface="HelveticaNowDisplay Bold" panose="020B0804030202020204" pitchFamily="34" charset="0"/>
                  <a:cs typeface="HelveticaNowDisplay Bold" panose="020B0804030202020204" pitchFamily="34" charset="0"/>
                </a:rPr>
                <a:t>Exit</a:t>
              </a:r>
            </a:p>
          </p:txBody>
        </p:sp>
      </p:grpSp>
      <p:sp>
        <p:nvSpPr>
          <p:cNvPr id="2" name="TextBox 1">
            <a:extLst>
              <a:ext uri="{FF2B5EF4-FFF2-40B4-BE49-F238E27FC236}">
                <a16:creationId xmlns:a16="http://schemas.microsoft.com/office/drawing/2014/main" id="{A3C8E0C2-591D-365F-6052-8D22F9FE213D}"/>
              </a:ext>
            </a:extLst>
          </p:cNvPr>
          <p:cNvSpPr txBox="1"/>
          <p:nvPr/>
        </p:nvSpPr>
        <p:spPr>
          <a:xfrm>
            <a:off x="208344" y="938479"/>
            <a:ext cx="11221656" cy="2862322"/>
          </a:xfrm>
          <a:prstGeom prst="rect">
            <a:avLst/>
          </a:prstGeom>
          <a:noFill/>
        </p:spPr>
        <p:txBody>
          <a:bodyPr wrap="square" rtlCol="0">
            <a:spAutoFit/>
          </a:bodyPr>
          <a:lstStyle/>
          <a:p>
            <a:r>
              <a:rPr lang="en-US" sz="2000" dirty="0">
                <a:solidFill>
                  <a:schemeClr val="bg1"/>
                </a:solidFill>
              </a:rPr>
              <a:t>Many Filipino 2nd-grade students struggle with basic arithmetic, such as addition, subtraction, and number sense, which affects their overall math proficiency and confidence in learning. National and regional assessments, such as the </a:t>
            </a:r>
            <a:r>
              <a:rPr lang="en-US" sz="2000" b="1" dirty="0">
                <a:solidFill>
                  <a:schemeClr val="bg1"/>
                </a:solidFill>
              </a:rPr>
              <a:t>SEA‑PLM 2019 and 2024 reports</a:t>
            </a:r>
            <a:r>
              <a:rPr lang="en-US" sz="2000" dirty="0">
                <a:solidFill>
                  <a:schemeClr val="bg1"/>
                </a:solidFill>
              </a:rPr>
              <a:t>, show that a significant number of elementary learners are below minimum proficiency levels, with many unable to perform simple calculations accurately or apply math concepts in real-life situations (Philippine Star, 2024; UNICEF Philippines, 2019, 2024). This issue aligns with </a:t>
            </a:r>
            <a:r>
              <a:rPr lang="en-US" sz="2000" b="1" dirty="0">
                <a:solidFill>
                  <a:schemeClr val="bg1"/>
                </a:solidFill>
              </a:rPr>
              <a:t>Sustainable Development Goal 4 (Quality Education)</a:t>
            </a:r>
            <a:r>
              <a:rPr lang="en-US" sz="2000" dirty="0">
                <a:solidFill>
                  <a:schemeClr val="bg1"/>
                </a:solidFill>
              </a:rPr>
              <a:t>, which promotes equitable and effective learning, and with the </a:t>
            </a:r>
            <a:r>
              <a:rPr lang="en-US" sz="2000" b="1" dirty="0">
                <a:solidFill>
                  <a:schemeClr val="bg1"/>
                </a:solidFill>
              </a:rPr>
              <a:t>Philippine National Research Agenda (PNRA)</a:t>
            </a:r>
            <a:r>
              <a:rPr lang="en-US" sz="2000" dirty="0">
                <a:solidFill>
                  <a:schemeClr val="bg1"/>
                </a:solidFill>
              </a:rPr>
              <a:t>, which emphasizes using innovative teaching strategies and technology to improve learning outcomes.</a:t>
            </a:r>
          </a:p>
        </p:txBody>
      </p:sp>
    </p:spTree>
    <p:extLst>
      <p:ext uri="{BB962C8B-B14F-4D97-AF65-F5344CB8AC3E}">
        <p14:creationId xmlns:p14="http://schemas.microsoft.com/office/powerpoint/2010/main" val="40342557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00B8FF"/>
            </a:gs>
            <a:gs pos="100000">
              <a:srgbClr val="002BFF"/>
            </a:gs>
          </a:gsLst>
          <a:lin ang="5400000" scaled="1"/>
        </a:gradFill>
        <a:effectLst/>
      </p:bgPr>
    </p:bg>
    <p:spTree>
      <p:nvGrpSpPr>
        <p:cNvPr id="1" name="">
          <a:extLst>
            <a:ext uri="{FF2B5EF4-FFF2-40B4-BE49-F238E27FC236}">
              <a16:creationId xmlns:a16="http://schemas.microsoft.com/office/drawing/2014/main" id="{1D385AF6-97A0-628F-FD70-A91B031B56AD}"/>
            </a:ext>
          </a:extLst>
        </p:cNvPr>
        <p:cNvGrpSpPr/>
        <p:nvPr/>
      </p:nvGrpSpPr>
      <p:grpSpPr>
        <a:xfrm>
          <a:off x="0" y="0"/>
          <a:ext cx="0" cy="0"/>
          <a:chOff x="0" y="0"/>
          <a:chExt cx="0" cy="0"/>
        </a:xfrm>
      </p:grpSpPr>
      <p:sp>
        <p:nvSpPr>
          <p:cNvPr id="4" name="AutoShape 2" descr="Обои по теме Sony Playstation">
            <a:extLst>
              <a:ext uri="{FF2B5EF4-FFF2-40B4-BE49-F238E27FC236}">
                <a16:creationId xmlns:a16="http://schemas.microsoft.com/office/drawing/2014/main" id="{589BA74E-183F-64CC-B027-D8CB44256FAD}"/>
              </a:ext>
            </a:extLst>
          </p:cNvPr>
          <p:cNvSpPr>
            <a:spLocks noChangeAspect="1" noChangeArrowheads="1"/>
          </p:cNvSpPr>
          <p:nvPr/>
        </p:nvSpPr>
        <p:spPr bwMode="auto">
          <a:xfrm>
            <a:off x="5943600" y="3276600"/>
            <a:ext cx="4937760" cy="4937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5" name="Picture 4">
            <a:extLst>
              <a:ext uri="{FF2B5EF4-FFF2-40B4-BE49-F238E27FC236}">
                <a16:creationId xmlns:a16="http://schemas.microsoft.com/office/drawing/2014/main" id="{62C1EF7C-65C4-4353-7B4C-FE8FF5344358}"/>
              </a:ext>
            </a:extLst>
          </p:cNvPr>
          <p:cNvPicPr>
            <a:picLocks noChangeAspect="1"/>
          </p:cNvPicPr>
          <p:nvPr/>
        </p:nvPicPr>
        <p:blipFill>
          <a:blip r:embed="rId2">
            <a:alphaModFix amt="37000"/>
            <a:extLst>
              <a:ext uri="{BEBA8EAE-BF5A-486C-A8C5-ECC9F3942E4B}">
                <a14:imgProps xmlns:a14="http://schemas.microsoft.com/office/drawing/2010/main">
                  <a14:imgLayer r:embed="rId3">
                    <a14:imgEffect>
                      <a14:brightnessContrast bright="-76000"/>
                    </a14:imgEffect>
                  </a14:imgLayer>
                </a14:imgProps>
              </a:ext>
              <a:ext uri="{28A0092B-C50C-407E-A947-70E740481C1C}">
                <a14:useLocalDpi xmlns:a14="http://schemas.microsoft.com/office/drawing/2010/main" val="0"/>
              </a:ext>
            </a:extLst>
          </a:blip>
          <a:stretch>
            <a:fillRect/>
          </a:stretch>
        </p:blipFill>
        <p:spPr>
          <a:xfrm>
            <a:off x="5077" y="0"/>
            <a:ext cx="12186923" cy="6858000"/>
          </a:xfrm>
          <a:prstGeom prst="rect">
            <a:avLst/>
          </a:prstGeom>
        </p:spPr>
      </p:pic>
      <p:pic>
        <p:nvPicPr>
          <p:cNvPr id="27" name="Picture 26">
            <a:extLst>
              <a:ext uri="{FF2B5EF4-FFF2-40B4-BE49-F238E27FC236}">
                <a16:creationId xmlns:a16="http://schemas.microsoft.com/office/drawing/2014/main" id="{303CBBBD-3347-DE4C-AFE6-71C440766B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42220" y="-14303"/>
            <a:ext cx="739140" cy="923925"/>
          </a:xfrm>
          <a:prstGeom prst="rect">
            <a:avLst/>
          </a:prstGeom>
        </p:spPr>
      </p:pic>
      <p:cxnSp>
        <p:nvCxnSpPr>
          <p:cNvPr id="31" name="Straight Connector 30">
            <a:extLst>
              <a:ext uri="{FF2B5EF4-FFF2-40B4-BE49-F238E27FC236}">
                <a16:creationId xmlns:a16="http://schemas.microsoft.com/office/drawing/2014/main" id="{85C61EAA-80A4-9459-DCFB-52F2692609EF}"/>
              </a:ext>
            </a:extLst>
          </p:cNvPr>
          <p:cNvCxnSpPr/>
          <p:nvPr/>
        </p:nvCxnSpPr>
        <p:spPr>
          <a:xfrm>
            <a:off x="208344" y="801680"/>
            <a:ext cx="11725155" cy="0"/>
          </a:xfrm>
          <a:prstGeom prst="line">
            <a:avLst/>
          </a:prstGeom>
          <a:ln>
            <a:solidFill>
              <a:srgbClr val="F0F8FD"/>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2DA45409-B485-E4E5-D110-60095DFCD1B7}"/>
              </a:ext>
            </a:extLst>
          </p:cNvPr>
          <p:cNvSpPr txBox="1"/>
          <p:nvPr/>
        </p:nvSpPr>
        <p:spPr>
          <a:xfrm>
            <a:off x="10962640" y="293772"/>
            <a:ext cx="965200" cy="307777"/>
          </a:xfrm>
          <a:prstGeom prst="rect">
            <a:avLst/>
          </a:prstGeom>
          <a:noFill/>
        </p:spPr>
        <p:txBody>
          <a:bodyPr wrap="square" rtlCol="0">
            <a:spAutoFit/>
          </a:bodyPr>
          <a:lstStyle/>
          <a:p>
            <a:r>
              <a:rPr lang="en-PH" sz="1400" b="1" dirty="0">
                <a:solidFill>
                  <a:schemeClr val="bg1"/>
                </a:solidFill>
                <a:latin typeface="HelveticaNowDisplay Bold" panose="020B0804030202020204" pitchFamily="34" charset="0"/>
                <a:cs typeface="HelveticaNowDisplay Bold" panose="020B0804030202020204" pitchFamily="34" charset="0"/>
              </a:rPr>
              <a:t>10:45 AM</a:t>
            </a:r>
          </a:p>
        </p:txBody>
      </p:sp>
      <p:pic>
        <p:nvPicPr>
          <p:cNvPr id="34" name="Picture 33">
            <a:extLst>
              <a:ext uri="{FF2B5EF4-FFF2-40B4-BE49-F238E27FC236}">
                <a16:creationId xmlns:a16="http://schemas.microsoft.com/office/drawing/2014/main" id="{F47E6605-7C40-4579-A0C9-091A46E8D1A3}"/>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731349" y="336057"/>
            <a:ext cx="245163" cy="245163"/>
          </a:xfrm>
          <a:prstGeom prst="rect">
            <a:avLst/>
          </a:prstGeom>
        </p:spPr>
      </p:pic>
      <p:pic>
        <p:nvPicPr>
          <p:cNvPr id="36" name="Picture 35">
            <a:extLst>
              <a:ext uri="{FF2B5EF4-FFF2-40B4-BE49-F238E27FC236}">
                <a16:creationId xmlns:a16="http://schemas.microsoft.com/office/drawing/2014/main" id="{B243DF9B-9708-2DCF-0DE0-4C285C16C51B}"/>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100000"/>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rot="5400000">
            <a:off x="9187141" y="336056"/>
            <a:ext cx="245163" cy="245163"/>
          </a:xfrm>
          <a:prstGeom prst="rect">
            <a:avLst/>
          </a:prstGeom>
        </p:spPr>
      </p:pic>
      <p:sp>
        <p:nvSpPr>
          <p:cNvPr id="38" name="TextBox 37">
            <a:extLst>
              <a:ext uri="{FF2B5EF4-FFF2-40B4-BE49-F238E27FC236}">
                <a16:creationId xmlns:a16="http://schemas.microsoft.com/office/drawing/2014/main" id="{DA71B33E-18C9-50B5-102B-A4BA16BF2FDC}"/>
              </a:ext>
            </a:extLst>
          </p:cNvPr>
          <p:cNvSpPr txBox="1"/>
          <p:nvPr/>
        </p:nvSpPr>
        <p:spPr>
          <a:xfrm>
            <a:off x="208344" y="247273"/>
            <a:ext cx="2839656" cy="400110"/>
          </a:xfrm>
          <a:prstGeom prst="rect">
            <a:avLst/>
          </a:prstGeom>
          <a:noFill/>
        </p:spPr>
        <p:txBody>
          <a:bodyPr wrap="square" rtlCol="0">
            <a:spAutoFit/>
          </a:bodyPr>
          <a:lstStyle/>
          <a:p>
            <a:r>
              <a:rPr lang="en-PH" sz="2000" b="1" dirty="0">
                <a:solidFill>
                  <a:schemeClr val="bg2">
                    <a:lumMod val="75000"/>
                  </a:schemeClr>
                </a:solidFill>
                <a:latin typeface="HelveticaNowDisplay Bold" panose="020B0804030202020204" pitchFamily="34" charset="0"/>
                <a:cs typeface="HelveticaNowDisplay Bold" panose="020B0804030202020204" pitchFamily="34" charset="0"/>
              </a:rPr>
              <a:t>Problem Statement</a:t>
            </a:r>
          </a:p>
        </p:txBody>
      </p:sp>
      <p:sp>
        <p:nvSpPr>
          <p:cNvPr id="39" name="TextBox 38">
            <a:extLst>
              <a:ext uri="{FF2B5EF4-FFF2-40B4-BE49-F238E27FC236}">
                <a16:creationId xmlns:a16="http://schemas.microsoft.com/office/drawing/2014/main" id="{CA6850C3-94D2-B9C5-0EC5-AF2AC2174D81}"/>
              </a:ext>
            </a:extLst>
          </p:cNvPr>
          <p:cNvSpPr txBox="1"/>
          <p:nvPr/>
        </p:nvSpPr>
        <p:spPr>
          <a:xfrm>
            <a:off x="2759696" y="258582"/>
            <a:ext cx="1802144" cy="400110"/>
          </a:xfrm>
          <a:prstGeom prst="rect">
            <a:avLst/>
          </a:prstGeom>
          <a:noFill/>
          <a:effectLst>
            <a:outerShdw blurRad="50800" dist="38100" dir="5400000" algn="t" rotWithShape="0">
              <a:prstClr val="black">
                <a:alpha val="40000"/>
              </a:prstClr>
            </a:outerShdw>
          </a:effectLst>
        </p:spPr>
        <p:txBody>
          <a:bodyPr wrap="square" rtlCol="0">
            <a:spAutoFit/>
          </a:bodyPr>
          <a:lstStyle/>
          <a:p>
            <a:r>
              <a:rPr lang="en-PH" sz="2000" dirty="0">
                <a:solidFill>
                  <a:schemeClr val="bg1"/>
                </a:solidFill>
                <a:latin typeface="Arial" panose="020B0604020202020204" pitchFamily="34" charset="0"/>
                <a:cs typeface="Arial" panose="020B0604020202020204" pitchFamily="34" charset="0"/>
              </a:rPr>
              <a:t>Proposed App</a:t>
            </a:r>
          </a:p>
        </p:txBody>
      </p:sp>
      <p:grpSp>
        <p:nvGrpSpPr>
          <p:cNvPr id="8" name="Group 7">
            <a:extLst>
              <a:ext uri="{FF2B5EF4-FFF2-40B4-BE49-F238E27FC236}">
                <a16:creationId xmlns:a16="http://schemas.microsoft.com/office/drawing/2014/main" id="{C1005F71-0DE6-FF65-96D5-CE5C4CB18066}"/>
              </a:ext>
            </a:extLst>
          </p:cNvPr>
          <p:cNvGrpSpPr/>
          <p:nvPr/>
        </p:nvGrpSpPr>
        <p:grpSpPr>
          <a:xfrm>
            <a:off x="319076" y="5925434"/>
            <a:ext cx="2245936" cy="794750"/>
            <a:chOff x="319076" y="5925434"/>
            <a:chExt cx="2245936" cy="794750"/>
          </a:xfrm>
        </p:grpSpPr>
        <p:pic>
          <p:nvPicPr>
            <p:cNvPr id="6" name="Picture 5">
              <a:extLst>
                <a:ext uri="{FF2B5EF4-FFF2-40B4-BE49-F238E27FC236}">
                  <a16:creationId xmlns:a16="http://schemas.microsoft.com/office/drawing/2014/main" id="{07D2FDA0-853E-49E3-0100-4830A67C75C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19076" y="5925434"/>
              <a:ext cx="635800" cy="794750"/>
            </a:xfrm>
            <a:prstGeom prst="rect">
              <a:avLst/>
            </a:prstGeom>
          </p:spPr>
        </p:pic>
        <p:sp>
          <p:nvSpPr>
            <p:cNvPr id="7" name="TextBox 6">
              <a:extLst>
                <a:ext uri="{FF2B5EF4-FFF2-40B4-BE49-F238E27FC236}">
                  <a16:creationId xmlns:a16="http://schemas.microsoft.com/office/drawing/2014/main" id="{4AD2B971-F392-DD12-C6CB-C4B621F642E9}"/>
                </a:ext>
              </a:extLst>
            </p:cNvPr>
            <p:cNvSpPr txBox="1"/>
            <p:nvPr/>
          </p:nvSpPr>
          <p:spPr>
            <a:xfrm>
              <a:off x="861025" y="6098086"/>
              <a:ext cx="1703987" cy="369332"/>
            </a:xfrm>
            <a:prstGeom prst="rect">
              <a:avLst/>
            </a:prstGeom>
            <a:noFill/>
          </p:spPr>
          <p:txBody>
            <a:bodyPr wrap="square" rtlCol="0">
              <a:spAutoFit/>
            </a:bodyPr>
            <a:lstStyle/>
            <a:p>
              <a:r>
                <a:rPr lang="en-PH" b="1" dirty="0">
                  <a:solidFill>
                    <a:schemeClr val="bg1"/>
                  </a:solidFill>
                  <a:latin typeface="HelveticaNowDisplay Bold" panose="020B0804030202020204" pitchFamily="34" charset="0"/>
                  <a:cs typeface="HelveticaNowDisplay Bold" panose="020B0804030202020204" pitchFamily="34" charset="0"/>
                </a:rPr>
                <a:t>Exit</a:t>
              </a:r>
            </a:p>
          </p:txBody>
        </p:sp>
      </p:grpSp>
      <p:sp>
        <p:nvSpPr>
          <p:cNvPr id="2" name="TextBox 1">
            <a:extLst>
              <a:ext uri="{FF2B5EF4-FFF2-40B4-BE49-F238E27FC236}">
                <a16:creationId xmlns:a16="http://schemas.microsoft.com/office/drawing/2014/main" id="{826B0013-5BBF-7206-348B-E55454FBE3A2}"/>
              </a:ext>
            </a:extLst>
          </p:cNvPr>
          <p:cNvSpPr txBox="1"/>
          <p:nvPr/>
        </p:nvSpPr>
        <p:spPr>
          <a:xfrm>
            <a:off x="208344" y="938479"/>
            <a:ext cx="11221656" cy="2554545"/>
          </a:xfrm>
          <a:prstGeom prst="rect">
            <a:avLst/>
          </a:prstGeom>
          <a:noFill/>
        </p:spPr>
        <p:txBody>
          <a:bodyPr wrap="square" rtlCol="0">
            <a:spAutoFit/>
          </a:bodyPr>
          <a:lstStyle/>
          <a:p>
            <a:r>
              <a:rPr lang="en-US" sz="2000" i="1" dirty="0" err="1">
                <a:solidFill>
                  <a:schemeClr val="bg1"/>
                </a:solidFill>
              </a:rPr>
              <a:t>Mathventure</a:t>
            </a:r>
            <a:r>
              <a:rPr lang="en-US" sz="2000" i="1" dirty="0">
                <a:solidFill>
                  <a:schemeClr val="bg1"/>
                </a:solidFill>
              </a:rPr>
              <a:t> Time: Ang </a:t>
            </a:r>
            <a:r>
              <a:rPr lang="en-US" sz="2000" i="1" dirty="0" err="1">
                <a:solidFill>
                  <a:schemeClr val="bg1"/>
                </a:solidFill>
              </a:rPr>
              <a:t>Pagtuklas</a:t>
            </a:r>
            <a:r>
              <a:rPr lang="en-US" sz="2000" i="1" dirty="0">
                <a:solidFill>
                  <a:schemeClr val="bg1"/>
                </a:solidFill>
              </a:rPr>
              <a:t> Sa </a:t>
            </a:r>
            <a:r>
              <a:rPr lang="en-US" sz="2000" i="1" dirty="0" err="1">
                <a:solidFill>
                  <a:schemeClr val="bg1"/>
                </a:solidFill>
              </a:rPr>
              <a:t>Numero</a:t>
            </a:r>
            <a:r>
              <a:rPr lang="en-US" sz="2000" dirty="0">
                <a:solidFill>
                  <a:schemeClr val="bg1"/>
                </a:solidFill>
              </a:rPr>
              <a:t> is a VR-based math game designed to improve arithmetic skills among 2nd-grade Filipino students. Learners explore an interactive virtual world and complete challenges involving addition, subtraction, and number sense in fun, contextual scenarios. The game incorporates </a:t>
            </a:r>
            <a:r>
              <a:rPr lang="en-US" sz="2000" b="1" dirty="0">
                <a:solidFill>
                  <a:schemeClr val="bg1"/>
                </a:solidFill>
              </a:rPr>
              <a:t>HCI principles</a:t>
            </a:r>
            <a:r>
              <a:rPr lang="en-US" sz="2000" dirty="0">
                <a:solidFill>
                  <a:schemeClr val="bg1"/>
                </a:solidFill>
              </a:rPr>
              <a:t> such as </a:t>
            </a:r>
            <a:r>
              <a:rPr lang="en-US" sz="2000" b="1" dirty="0">
                <a:solidFill>
                  <a:schemeClr val="bg1"/>
                </a:solidFill>
              </a:rPr>
              <a:t>consistency</a:t>
            </a:r>
            <a:r>
              <a:rPr lang="en-US" sz="2000" dirty="0">
                <a:solidFill>
                  <a:schemeClr val="bg1"/>
                </a:solidFill>
              </a:rPr>
              <a:t> (uniform interaction patterns across challenges), </a:t>
            </a:r>
            <a:r>
              <a:rPr lang="en-US" sz="2000" b="1" dirty="0">
                <a:solidFill>
                  <a:schemeClr val="bg1"/>
                </a:solidFill>
              </a:rPr>
              <a:t>feedback</a:t>
            </a:r>
            <a:r>
              <a:rPr lang="en-US" sz="2000" dirty="0">
                <a:solidFill>
                  <a:schemeClr val="bg1"/>
                </a:solidFill>
              </a:rPr>
              <a:t> (instant visual and audio responses for correct or incorrect answers), </a:t>
            </a:r>
            <a:r>
              <a:rPr lang="en-US" sz="2000" b="1" dirty="0">
                <a:solidFill>
                  <a:schemeClr val="bg1"/>
                </a:solidFill>
              </a:rPr>
              <a:t>affordance</a:t>
            </a:r>
            <a:r>
              <a:rPr lang="en-US" sz="2000" dirty="0">
                <a:solidFill>
                  <a:schemeClr val="bg1"/>
                </a:solidFill>
              </a:rPr>
              <a:t> (interactive objects and tools that clearly indicate how to use them), </a:t>
            </a:r>
            <a:r>
              <a:rPr lang="en-US" sz="2000" b="1" dirty="0">
                <a:solidFill>
                  <a:schemeClr val="bg1"/>
                </a:solidFill>
              </a:rPr>
              <a:t>visibility</a:t>
            </a:r>
            <a:r>
              <a:rPr lang="en-US" sz="2000" dirty="0">
                <a:solidFill>
                  <a:schemeClr val="bg1"/>
                </a:solidFill>
              </a:rPr>
              <a:t> (highlighting key numbers or problem elements), and </a:t>
            </a:r>
            <a:r>
              <a:rPr lang="en-US" sz="2000" b="1" dirty="0">
                <a:solidFill>
                  <a:schemeClr val="bg1"/>
                </a:solidFill>
              </a:rPr>
              <a:t>user control</a:t>
            </a:r>
            <a:r>
              <a:rPr lang="en-US" sz="2000" dirty="0">
                <a:solidFill>
                  <a:schemeClr val="bg1"/>
                </a:solidFill>
              </a:rPr>
              <a:t> (allowing learners to navigate and explore at their own pace).</a:t>
            </a:r>
            <a:endParaRPr lang="en-PH" sz="2000" b="1" dirty="0">
              <a:solidFill>
                <a:schemeClr val="bg1"/>
              </a:solidFill>
              <a:latin typeface="HelveticaNowDisplay Bold" panose="020B0804030202020204" pitchFamily="34" charset="0"/>
              <a:cs typeface="HelveticaNowDisplay Bold" panose="020B0804030202020204" pitchFamily="34" charset="0"/>
            </a:endParaRPr>
          </a:p>
        </p:txBody>
      </p:sp>
      <p:pic>
        <p:nvPicPr>
          <p:cNvPr id="10" name="Picture 9">
            <a:extLst>
              <a:ext uri="{FF2B5EF4-FFF2-40B4-BE49-F238E27FC236}">
                <a16:creationId xmlns:a16="http://schemas.microsoft.com/office/drawing/2014/main" id="{CB3F11B6-0D2F-2DD3-9722-9A2E55238DA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565012" y="3629822"/>
            <a:ext cx="7093067" cy="2426498"/>
          </a:xfrm>
          <a:prstGeom prst="rect">
            <a:avLst/>
          </a:prstGeom>
        </p:spPr>
      </p:pic>
    </p:spTree>
    <p:extLst>
      <p:ext uri="{BB962C8B-B14F-4D97-AF65-F5344CB8AC3E}">
        <p14:creationId xmlns:p14="http://schemas.microsoft.com/office/powerpoint/2010/main" val="32808076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00B8FF"/>
            </a:gs>
            <a:gs pos="100000">
              <a:srgbClr val="002BFF"/>
            </a:gs>
          </a:gsLst>
          <a:lin ang="5400000" scaled="1"/>
        </a:gradFill>
        <a:effectLst/>
      </p:bgPr>
    </p:bg>
    <p:spTree>
      <p:nvGrpSpPr>
        <p:cNvPr id="1" name="">
          <a:extLst>
            <a:ext uri="{FF2B5EF4-FFF2-40B4-BE49-F238E27FC236}">
              <a16:creationId xmlns:a16="http://schemas.microsoft.com/office/drawing/2014/main" id="{B0F1CC54-8C0E-ECEF-D342-F959D368896D}"/>
            </a:ext>
          </a:extLst>
        </p:cNvPr>
        <p:cNvGrpSpPr/>
        <p:nvPr/>
      </p:nvGrpSpPr>
      <p:grpSpPr>
        <a:xfrm>
          <a:off x="0" y="0"/>
          <a:ext cx="0" cy="0"/>
          <a:chOff x="0" y="0"/>
          <a:chExt cx="0" cy="0"/>
        </a:xfrm>
      </p:grpSpPr>
      <p:sp>
        <p:nvSpPr>
          <p:cNvPr id="4" name="AutoShape 2" descr="Обои по теме Sony Playstation">
            <a:extLst>
              <a:ext uri="{FF2B5EF4-FFF2-40B4-BE49-F238E27FC236}">
                <a16:creationId xmlns:a16="http://schemas.microsoft.com/office/drawing/2014/main" id="{79609DD2-0DE6-8625-E8F1-D570B3C761BD}"/>
              </a:ext>
            </a:extLst>
          </p:cNvPr>
          <p:cNvSpPr>
            <a:spLocks noChangeAspect="1" noChangeArrowheads="1"/>
          </p:cNvSpPr>
          <p:nvPr/>
        </p:nvSpPr>
        <p:spPr bwMode="auto">
          <a:xfrm>
            <a:off x="5943600" y="3276600"/>
            <a:ext cx="4937760" cy="4937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5" name="Picture 4">
            <a:extLst>
              <a:ext uri="{FF2B5EF4-FFF2-40B4-BE49-F238E27FC236}">
                <a16:creationId xmlns:a16="http://schemas.microsoft.com/office/drawing/2014/main" id="{190568D4-26DC-17A7-FEB4-24EF7238A1AB}"/>
              </a:ext>
            </a:extLst>
          </p:cNvPr>
          <p:cNvPicPr>
            <a:picLocks noChangeAspect="1"/>
          </p:cNvPicPr>
          <p:nvPr/>
        </p:nvPicPr>
        <p:blipFill>
          <a:blip r:embed="rId2">
            <a:alphaModFix amt="37000"/>
            <a:extLst>
              <a:ext uri="{BEBA8EAE-BF5A-486C-A8C5-ECC9F3942E4B}">
                <a14:imgProps xmlns:a14="http://schemas.microsoft.com/office/drawing/2010/main">
                  <a14:imgLayer r:embed="rId3">
                    <a14:imgEffect>
                      <a14:brightnessContrast bright="-76000"/>
                    </a14:imgEffect>
                  </a14:imgLayer>
                </a14:imgProps>
              </a:ext>
              <a:ext uri="{28A0092B-C50C-407E-A947-70E740481C1C}">
                <a14:useLocalDpi xmlns:a14="http://schemas.microsoft.com/office/drawing/2010/main" val="0"/>
              </a:ext>
            </a:extLst>
          </a:blip>
          <a:stretch>
            <a:fillRect/>
          </a:stretch>
        </p:blipFill>
        <p:spPr>
          <a:xfrm>
            <a:off x="0" y="0"/>
            <a:ext cx="12232004" cy="6858000"/>
          </a:xfrm>
          <a:prstGeom prst="rect">
            <a:avLst/>
          </a:prstGeom>
        </p:spPr>
      </p:pic>
      <p:grpSp>
        <p:nvGrpSpPr>
          <p:cNvPr id="42" name="Group 41">
            <a:extLst>
              <a:ext uri="{FF2B5EF4-FFF2-40B4-BE49-F238E27FC236}">
                <a16:creationId xmlns:a16="http://schemas.microsoft.com/office/drawing/2014/main" id="{FC529D41-EBB7-BA4A-0D43-1D7F0FA29700}"/>
              </a:ext>
            </a:extLst>
          </p:cNvPr>
          <p:cNvGrpSpPr/>
          <p:nvPr/>
        </p:nvGrpSpPr>
        <p:grpSpPr>
          <a:xfrm>
            <a:off x="113761" y="447328"/>
            <a:ext cx="2828098" cy="3614266"/>
            <a:chOff x="1895451" y="372119"/>
            <a:chExt cx="2839656" cy="3549570"/>
          </a:xfrm>
          <a:effectLst/>
        </p:grpSpPr>
        <p:sp>
          <p:nvSpPr>
            <p:cNvPr id="16" name="Rectangle 15">
              <a:extLst>
                <a:ext uri="{FF2B5EF4-FFF2-40B4-BE49-F238E27FC236}">
                  <a16:creationId xmlns:a16="http://schemas.microsoft.com/office/drawing/2014/main" id="{93ADB975-D7A7-F9FA-386A-143B79784DE5}"/>
                </a:ext>
              </a:extLst>
            </p:cNvPr>
            <p:cNvSpPr/>
            <p:nvPr/>
          </p:nvSpPr>
          <p:spPr>
            <a:xfrm>
              <a:off x="2139171" y="1124027"/>
              <a:ext cx="1552575" cy="15525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solidFill>
                  <a:schemeClr val="bg2">
                    <a:lumMod val="75000"/>
                  </a:schemeClr>
                </a:solidFill>
              </a:endParaRPr>
            </a:p>
          </p:txBody>
        </p:sp>
        <p:pic>
          <p:nvPicPr>
            <p:cNvPr id="41" name="Picture 40">
              <a:extLst>
                <a:ext uri="{FF2B5EF4-FFF2-40B4-BE49-F238E27FC236}">
                  <a16:creationId xmlns:a16="http://schemas.microsoft.com/office/drawing/2014/main" id="{C71B0F41-85BC-4C06-6E20-336CD17775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95451" y="372119"/>
              <a:ext cx="2839656" cy="3549570"/>
            </a:xfrm>
            <a:prstGeom prst="rect">
              <a:avLst/>
            </a:prstGeom>
            <a:effectLst/>
          </p:spPr>
        </p:pic>
      </p:grpSp>
      <p:sp>
        <p:nvSpPr>
          <p:cNvPr id="20" name="TextBox 19">
            <a:extLst>
              <a:ext uri="{FF2B5EF4-FFF2-40B4-BE49-F238E27FC236}">
                <a16:creationId xmlns:a16="http://schemas.microsoft.com/office/drawing/2014/main" id="{BD9F2D5E-C548-0D24-7EB7-BBC79A423534}"/>
              </a:ext>
            </a:extLst>
          </p:cNvPr>
          <p:cNvSpPr txBox="1"/>
          <p:nvPr/>
        </p:nvSpPr>
        <p:spPr>
          <a:xfrm>
            <a:off x="3892701" y="2837695"/>
            <a:ext cx="8035139" cy="1246495"/>
          </a:xfrm>
          <a:prstGeom prst="rect">
            <a:avLst/>
          </a:prstGeom>
          <a:noFill/>
          <a:effectLst>
            <a:outerShdw blurRad="50800" dist="38100" dir="5400000" algn="t" rotWithShape="0">
              <a:schemeClr val="bg1">
                <a:alpha val="40000"/>
              </a:schemeClr>
            </a:outerShdw>
          </a:effectLst>
        </p:spPr>
        <p:txBody>
          <a:bodyPr wrap="square" rtlCol="0">
            <a:spAutoFit/>
          </a:bodyPr>
          <a:lstStyle/>
          <a:p>
            <a:r>
              <a:rPr lang="en-PH" sz="2500" b="1" dirty="0" err="1">
                <a:solidFill>
                  <a:schemeClr val="bg1"/>
                </a:solidFill>
                <a:latin typeface="HelveticaNowDisplay Bold" panose="020B0804030202020204" pitchFamily="34" charset="0"/>
                <a:cs typeface="HelveticaNowDisplay Bold" panose="020B0804030202020204" pitchFamily="34" charset="0"/>
              </a:rPr>
              <a:t>Mathventure</a:t>
            </a:r>
            <a:r>
              <a:rPr lang="en-PH" sz="2500" b="1" dirty="0">
                <a:solidFill>
                  <a:schemeClr val="bg1"/>
                </a:solidFill>
                <a:latin typeface="HelveticaNowDisplay Bold" panose="020B0804030202020204" pitchFamily="34" charset="0"/>
                <a:cs typeface="HelveticaNowDisplay Bold" panose="020B0804030202020204" pitchFamily="34" charset="0"/>
              </a:rPr>
              <a:t> Time: Ang </a:t>
            </a:r>
            <a:r>
              <a:rPr lang="en-PH" sz="2500" b="1" dirty="0" err="1">
                <a:solidFill>
                  <a:schemeClr val="bg1"/>
                </a:solidFill>
                <a:latin typeface="HelveticaNowDisplay Bold" panose="020B0804030202020204" pitchFamily="34" charset="0"/>
                <a:cs typeface="HelveticaNowDisplay Bold" panose="020B0804030202020204" pitchFamily="34" charset="0"/>
              </a:rPr>
              <a:t>Pagtuklas</a:t>
            </a:r>
            <a:r>
              <a:rPr lang="en-PH" sz="2500" b="1" dirty="0">
                <a:solidFill>
                  <a:schemeClr val="bg1"/>
                </a:solidFill>
                <a:latin typeface="HelveticaNowDisplay Bold" panose="020B0804030202020204" pitchFamily="34" charset="0"/>
                <a:cs typeface="HelveticaNowDisplay Bold" panose="020B0804030202020204" pitchFamily="34" charset="0"/>
              </a:rPr>
              <a:t> Sa </a:t>
            </a:r>
            <a:r>
              <a:rPr lang="en-PH" sz="2500" b="1" dirty="0" err="1">
                <a:solidFill>
                  <a:schemeClr val="bg1"/>
                </a:solidFill>
                <a:latin typeface="HelveticaNowDisplay Bold" panose="020B0804030202020204" pitchFamily="34" charset="0"/>
                <a:cs typeface="HelveticaNowDisplay Bold" panose="020B0804030202020204" pitchFamily="34" charset="0"/>
              </a:rPr>
              <a:t>Numero</a:t>
            </a:r>
            <a:r>
              <a:rPr lang="en-PH" sz="2500" b="1" dirty="0">
                <a:solidFill>
                  <a:schemeClr val="bg1"/>
                </a:solidFill>
                <a:latin typeface="HelveticaNowDisplay Bold" panose="020B0804030202020204" pitchFamily="34" charset="0"/>
                <a:cs typeface="HelveticaNowDisplay Bold" panose="020B0804030202020204" pitchFamily="34" charset="0"/>
              </a:rPr>
              <a:t> (A VR Based Math Game for Improving 2</a:t>
            </a:r>
            <a:r>
              <a:rPr lang="en-PH" sz="2500" b="1" baseline="30000" dirty="0">
                <a:solidFill>
                  <a:schemeClr val="bg1"/>
                </a:solidFill>
                <a:latin typeface="HelveticaNowDisplay Bold" panose="020B0804030202020204" pitchFamily="34" charset="0"/>
                <a:cs typeface="HelveticaNowDisplay Bold" panose="020B0804030202020204" pitchFamily="34" charset="0"/>
              </a:rPr>
              <a:t>nd</a:t>
            </a:r>
            <a:r>
              <a:rPr lang="en-PH" sz="2500" b="1" dirty="0">
                <a:solidFill>
                  <a:schemeClr val="bg1"/>
                </a:solidFill>
                <a:latin typeface="HelveticaNowDisplay Bold" panose="020B0804030202020204" pitchFamily="34" charset="0"/>
                <a:cs typeface="HelveticaNowDisplay Bold" panose="020B0804030202020204" pitchFamily="34" charset="0"/>
              </a:rPr>
              <a:t> Grade Elementary Student Arithmetic Proficiency)</a:t>
            </a:r>
          </a:p>
        </p:txBody>
      </p:sp>
      <p:pic>
        <p:nvPicPr>
          <p:cNvPr id="27" name="Picture 26">
            <a:extLst>
              <a:ext uri="{FF2B5EF4-FFF2-40B4-BE49-F238E27FC236}">
                <a16:creationId xmlns:a16="http://schemas.microsoft.com/office/drawing/2014/main" id="{5C0D3D2E-FEED-CC66-9422-3547571181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42220" y="-14303"/>
            <a:ext cx="739140" cy="923925"/>
          </a:xfrm>
          <a:prstGeom prst="rect">
            <a:avLst/>
          </a:prstGeom>
        </p:spPr>
      </p:pic>
      <p:cxnSp>
        <p:nvCxnSpPr>
          <p:cNvPr id="31" name="Straight Connector 30">
            <a:extLst>
              <a:ext uri="{FF2B5EF4-FFF2-40B4-BE49-F238E27FC236}">
                <a16:creationId xmlns:a16="http://schemas.microsoft.com/office/drawing/2014/main" id="{574D863E-60DD-D104-F5A6-67595B24A50C}"/>
              </a:ext>
            </a:extLst>
          </p:cNvPr>
          <p:cNvCxnSpPr/>
          <p:nvPr/>
        </p:nvCxnSpPr>
        <p:spPr>
          <a:xfrm>
            <a:off x="208344" y="801680"/>
            <a:ext cx="11725155" cy="0"/>
          </a:xfrm>
          <a:prstGeom prst="line">
            <a:avLst/>
          </a:prstGeom>
          <a:ln>
            <a:solidFill>
              <a:srgbClr val="F0F8FD"/>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1CF1B050-A135-5EB1-C7A7-C2B9C0B56168}"/>
              </a:ext>
            </a:extLst>
          </p:cNvPr>
          <p:cNvSpPr txBox="1"/>
          <p:nvPr/>
        </p:nvSpPr>
        <p:spPr>
          <a:xfrm>
            <a:off x="10962640" y="293772"/>
            <a:ext cx="965200" cy="307777"/>
          </a:xfrm>
          <a:prstGeom prst="rect">
            <a:avLst/>
          </a:prstGeom>
          <a:noFill/>
        </p:spPr>
        <p:txBody>
          <a:bodyPr wrap="square" rtlCol="0">
            <a:spAutoFit/>
          </a:bodyPr>
          <a:lstStyle/>
          <a:p>
            <a:r>
              <a:rPr lang="en-PH" sz="1400" b="1" dirty="0">
                <a:solidFill>
                  <a:schemeClr val="bg1"/>
                </a:solidFill>
                <a:latin typeface="HelveticaNowDisplay Bold" panose="020B0804030202020204" pitchFamily="34" charset="0"/>
                <a:cs typeface="HelveticaNowDisplay Bold" panose="020B0804030202020204" pitchFamily="34" charset="0"/>
              </a:rPr>
              <a:t>10:45 AM</a:t>
            </a:r>
          </a:p>
        </p:txBody>
      </p:sp>
      <p:pic>
        <p:nvPicPr>
          <p:cNvPr id="34" name="Picture 33">
            <a:extLst>
              <a:ext uri="{FF2B5EF4-FFF2-40B4-BE49-F238E27FC236}">
                <a16:creationId xmlns:a16="http://schemas.microsoft.com/office/drawing/2014/main" id="{046B1CB0-CFBE-96C2-E0BE-D12480CDD980}"/>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731349" y="336057"/>
            <a:ext cx="245163" cy="245163"/>
          </a:xfrm>
          <a:prstGeom prst="rect">
            <a:avLst/>
          </a:prstGeom>
        </p:spPr>
      </p:pic>
      <p:pic>
        <p:nvPicPr>
          <p:cNvPr id="36" name="Picture 35">
            <a:extLst>
              <a:ext uri="{FF2B5EF4-FFF2-40B4-BE49-F238E27FC236}">
                <a16:creationId xmlns:a16="http://schemas.microsoft.com/office/drawing/2014/main" id="{CFA47948-4CE0-2B1B-3BAF-BE516923F299}"/>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100000"/>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rot="5400000">
            <a:off x="9187141" y="336056"/>
            <a:ext cx="245163" cy="245163"/>
          </a:xfrm>
          <a:prstGeom prst="rect">
            <a:avLst/>
          </a:prstGeom>
        </p:spPr>
      </p:pic>
      <p:sp>
        <p:nvSpPr>
          <p:cNvPr id="38" name="TextBox 37">
            <a:extLst>
              <a:ext uri="{FF2B5EF4-FFF2-40B4-BE49-F238E27FC236}">
                <a16:creationId xmlns:a16="http://schemas.microsoft.com/office/drawing/2014/main" id="{6ED96363-AF6F-3792-EB37-2099207ADAD7}"/>
              </a:ext>
            </a:extLst>
          </p:cNvPr>
          <p:cNvSpPr txBox="1"/>
          <p:nvPr/>
        </p:nvSpPr>
        <p:spPr>
          <a:xfrm>
            <a:off x="208344" y="247273"/>
            <a:ext cx="1102296" cy="400110"/>
          </a:xfrm>
          <a:prstGeom prst="rect">
            <a:avLst/>
          </a:prstGeom>
          <a:noFill/>
        </p:spPr>
        <p:txBody>
          <a:bodyPr wrap="square" rtlCol="0">
            <a:spAutoFit/>
          </a:bodyPr>
          <a:lstStyle/>
          <a:p>
            <a:r>
              <a:rPr lang="en-PH" sz="2000" b="1" dirty="0">
                <a:solidFill>
                  <a:schemeClr val="bg1"/>
                </a:solidFill>
                <a:latin typeface="HelveticaNowDisplay Bold" panose="020B0804030202020204" pitchFamily="34" charset="0"/>
                <a:cs typeface="HelveticaNowDisplay Bold" panose="020B0804030202020204" pitchFamily="34" charset="0"/>
              </a:rPr>
              <a:t>Games</a:t>
            </a:r>
          </a:p>
        </p:txBody>
      </p:sp>
      <p:sp>
        <p:nvSpPr>
          <p:cNvPr id="39" name="TextBox 38">
            <a:extLst>
              <a:ext uri="{FF2B5EF4-FFF2-40B4-BE49-F238E27FC236}">
                <a16:creationId xmlns:a16="http://schemas.microsoft.com/office/drawing/2014/main" id="{B891BC76-AEDE-D691-1DFA-63A1B88F17F2}"/>
              </a:ext>
            </a:extLst>
          </p:cNvPr>
          <p:cNvSpPr txBox="1"/>
          <p:nvPr/>
        </p:nvSpPr>
        <p:spPr>
          <a:xfrm>
            <a:off x="1285562" y="279276"/>
            <a:ext cx="1102296" cy="400110"/>
          </a:xfrm>
          <a:prstGeom prst="rect">
            <a:avLst/>
          </a:prstGeom>
          <a:noFill/>
          <a:effectLst>
            <a:outerShdw blurRad="50800" dist="38100" dir="5400000" algn="t" rotWithShape="0">
              <a:prstClr val="black">
                <a:alpha val="40000"/>
              </a:prstClr>
            </a:outerShdw>
          </a:effectLst>
        </p:spPr>
        <p:txBody>
          <a:bodyPr wrap="square" rtlCol="0">
            <a:spAutoFit/>
          </a:bodyPr>
          <a:lstStyle/>
          <a:p>
            <a:r>
              <a:rPr lang="en-PH" sz="2000" dirty="0">
                <a:solidFill>
                  <a:schemeClr val="bg2">
                    <a:lumMod val="75000"/>
                  </a:schemeClr>
                </a:solidFill>
                <a:latin typeface="Arial" panose="020B0604020202020204" pitchFamily="34" charset="0"/>
                <a:cs typeface="Arial" panose="020B0604020202020204" pitchFamily="34" charset="0"/>
              </a:rPr>
              <a:t>Media</a:t>
            </a:r>
          </a:p>
        </p:txBody>
      </p:sp>
      <p:pic>
        <p:nvPicPr>
          <p:cNvPr id="45" name="Picture 44">
            <a:extLst>
              <a:ext uri="{FF2B5EF4-FFF2-40B4-BE49-F238E27FC236}">
                <a16:creationId xmlns:a16="http://schemas.microsoft.com/office/drawing/2014/main" id="{24A4D241-1519-147D-130F-0CFEC54BFB5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18378" y="1212941"/>
            <a:ext cx="1646962" cy="1977990"/>
          </a:xfrm>
          <a:prstGeom prst="rect">
            <a:avLst/>
          </a:prstGeom>
          <a:effectLst>
            <a:glow rad="63500">
              <a:schemeClr val="bg1">
                <a:alpha val="40000"/>
              </a:schemeClr>
            </a:glow>
          </a:effectLst>
        </p:spPr>
      </p:pic>
      <p:pic>
        <p:nvPicPr>
          <p:cNvPr id="47" name="Picture 46">
            <a:extLst>
              <a:ext uri="{FF2B5EF4-FFF2-40B4-BE49-F238E27FC236}">
                <a16:creationId xmlns:a16="http://schemas.microsoft.com/office/drawing/2014/main" id="{4EB8E3CD-86AF-E36A-D1F5-8921BA9B9B6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980973" y="1219939"/>
            <a:ext cx="1552574" cy="1566875"/>
          </a:xfrm>
          <a:prstGeom prst="rect">
            <a:avLst/>
          </a:prstGeom>
        </p:spPr>
      </p:pic>
      <p:grpSp>
        <p:nvGrpSpPr>
          <p:cNvPr id="6" name="Group 5">
            <a:extLst>
              <a:ext uri="{FF2B5EF4-FFF2-40B4-BE49-F238E27FC236}">
                <a16:creationId xmlns:a16="http://schemas.microsoft.com/office/drawing/2014/main" id="{B2FEB4D0-D2F6-D107-80EA-A4C2B192F9D7}"/>
              </a:ext>
            </a:extLst>
          </p:cNvPr>
          <p:cNvGrpSpPr/>
          <p:nvPr/>
        </p:nvGrpSpPr>
        <p:grpSpPr>
          <a:xfrm>
            <a:off x="319076" y="5925434"/>
            <a:ext cx="2245936" cy="794750"/>
            <a:chOff x="319076" y="5925434"/>
            <a:chExt cx="2245936" cy="794750"/>
          </a:xfrm>
        </p:grpSpPr>
        <p:pic>
          <p:nvPicPr>
            <p:cNvPr id="7" name="Picture 6">
              <a:extLst>
                <a:ext uri="{FF2B5EF4-FFF2-40B4-BE49-F238E27FC236}">
                  <a16:creationId xmlns:a16="http://schemas.microsoft.com/office/drawing/2014/main" id="{EA485D8D-4B38-BE87-9CAB-EE177F7CB01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19076" y="5925434"/>
              <a:ext cx="635800" cy="794750"/>
            </a:xfrm>
            <a:prstGeom prst="rect">
              <a:avLst/>
            </a:prstGeom>
          </p:spPr>
        </p:pic>
        <p:sp>
          <p:nvSpPr>
            <p:cNvPr id="8" name="TextBox 7">
              <a:extLst>
                <a:ext uri="{FF2B5EF4-FFF2-40B4-BE49-F238E27FC236}">
                  <a16:creationId xmlns:a16="http://schemas.microsoft.com/office/drawing/2014/main" id="{43B437C6-AB44-FEC2-FE7F-612F9470569C}"/>
                </a:ext>
              </a:extLst>
            </p:cNvPr>
            <p:cNvSpPr txBox="1"/>
            <p:nvPr/>
          </p:nvSpPr>
          <p:spPr>
            <a:xfrm>
              <a:off x="861025" y="6098086"/>
              <a:ext cx="1703987" cy="369332"/>
            </a:xfrm>
            <a:prstGeom prst="rect">
              <a:avLst/>
            </a:prstGeom>
            <a:noFill/>
          </p:spPr>
          <p:txBody>
            <a:bodyPr wrap="square" rtlCol="0">
              <a:spAutoFit/>
            </a:bodyPr>
            <a:lstStyle/>
            <a:p>
              <a:r>
                <a:rPr lang="en-PH" b="1" dirty="0">
                  <a:solidFill>
                    <a:schemeClr val="bg1"/>
                  </a:solidFill>
                  <a:latin typeface="HelveticaNowDisplay Bold" panose="020B0804030202020204" pitchFamily="34" charset="0"/>
                  <a:cs typeface="HelveticaNowDisplay Bold" panose="020B0804030202020204" pitchFamily="34" charset="0"/>
                </a:rPr>
                <a:t>Details</a:t>
              </a:r>
            </a:p>
          </p:txBody>
        </p:sp>
      </p:grpSp>
    </p:spTree>
    <p:extLst>
      <p:ext uri="{BB962C8B-B14F-4D97-AF65-F5344CB8AC3E}">
        <p14:creationId xmlns:p14="http://schemas.microsoft.com/office/powerpoint/2010/main" val="30774844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rgbClr val="00B8FF"/>
            </a:gs>
            <a:gs pos="100000">
              <a:srgbClr val="002BFF"/>
            </a:gs>
          </a:gsLst>
          <a:lin ang="5400000" scaled="1"/>
        </a:gradFill>
        <a:effectLst/>
      </p:bgPr>
    </p:bg>
    <p:spTree>
      <p:nvGrpSpPr>
        <p:cNvPr id="1" name="">
          <a:extLst>
            <a:ext uri="{FF2B5EF4-FFF2-40B4-BE49-F238E27FC236}">
              <a16:creationId xmlns:a16="http://schemas.microsoft.com/office/drawing/2014/main" id="{EE27A91C-035B-5424-8674-8C06E1C1A9CF}"/>
            </a:ext>
          </a:extLst>
        </p:cNvPr>
        <p:cNvGrpSpPr/>
        <p:nvPr/>
      </p:nvGrpSpPr>
      <p:grpSpPr>
        <a:xfrm>
          <a:off x="0" y="0"/>
          <a:ext cx="0" cy="0"/>
          <a:chOff x="0" y="0"/>
          <a:chExt cx="0" cy="0"/>
        </a:xfrm>
      </p:grpSpPr>
      <p:sp>
        <p:nvSpPr>
          <p:cNvPr id="4" name="AutoShape 2" descr="Обои по теме Sony Playstation">
            <a:extLst>
              <a:ext uri="{FF2B5EF4-FFF2-40B4-BE49-F238E27FC236}">
                <a16:creationId xmlns:a16="http://schemas.microsoft.com/office/drawing/2014/main" id="{75E0C0A9-3BBA-7E77-5701-2384E6766EA7}"/>
              </a:ext>
            </a:extLst>
          </p:cNvPr>
          <p:cNvSpPr>
            <a:spLocks noChangeAspect="1" noChangeArrowheads="1"/>
          </p:cNvSpPr>
          <p:nvPr/>
        </p:nvSpPr>
        <p:spPr bwMode="auto">
          <a:xfrm>
            <a:off x="5943600" y="3276600"/>
            <a:ext cx="4937760" cy="4937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7" name="Picture 6">
            <a:extLst>
              <a:ext uri="{FF2B5EF4-FFF2-40B4-BE49-F238E27FC236}">
                <a16:creationId xmlns:a16="http://schemas.microsoft.com/office/drawing/2014/main" id="{5C55B36E-9E3D-7CB3-AE70-CC4DE55D9F14}"/>
              </a:ext>
            </a:extLst>
          </p:cNvPr>
          <p:cNvPicPr>
            <a:picLocks noChangeAspect="1"/>
          </p:cNvPicPr>
          <p:nvPr/>
        </p:nvPicPr>
        <p:blipFill>
          <a:blip r:embed="rId2">
            <a:alphaModFix amt="81000"/>
            <a:extLst>
              <a:ext uri="{BEBA8EAE-BF5A-486C-A8C5-ECC9F3942E4B}">
                <a14:imgProps xmlns:a14="http://schemas.microsoft.com/office/drawing/2010/main">
                  <a14:imgLayer r:embed="rId3">
                    <a14:imgEffect>
                      <a14:brightnessContrast bright="-58000"/>
                    </a14:imgEffect>
                  </a14:imgLayer>
                </a14:imgProps>
              </a:ex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20" name="TextBox 19">
            <a:extLst>
              <a:ext uri="{FF2B5EF4-FFF2-40B4-BE49-F238E27FC236}">
                <a16:creationId xmlns:a16="http://schemas.microsoft.com/office/drawing/2014/main" id="{2232B03F-F000-80DA-C509-8C12C2941070}"/>
              </a:ext>
            </a:extLst>
          </p:cNvPr>
          <p:cNvSpPr txBox="1"/>
          <p:nvPr/>
        </p:nvSpPr>
        <p:spPr>
          <a:xfrm>
            <a:off x="3892701" y="2837695"/>
            <a:ext cx="8035139" cy="1246495"/>
          </a:xfrm>
          <a:prstGeom prst="rect">
            <a:avLst/>
          </a:prstGeom>
          <a:noFill/>
          <a:effectLst>
            <a:outerShdw blurRad="50800" dist="38100" dir="5400000" algn="t" rotWithShape="0">
              <a:prstClr val="black">
                <a:alpha val="40000"/>
              </a:prstClr>
            </a:outerShdw>
          </a:effectLst>
        </p:spPr>
        <p:txBody>
          <a:bodyPr wrap="square" rtlCol="0">
            <a:spAutoFit/>
          </a:bodyPr>
          <a:lstStyle/>
          <a:p>
            <a:r>
              <a:rPr lang="en-PH" sz="2500" b="1" dirty="0">
                <a:solidFill>
                  <a:schemeClr val="bg1"/>
                </a:solidFill>
                <a:latin typeface="HelveticaNowDisplay Bold" panose="020B0804030202020204" pitchFamily="34" charset="0"/>
                <a:cs typeface="HelveticaNowDisplay Bold" panose="020B0804030202020204" pitchFamily="34" charset="0"/>
              </a:rPr>
              <a:t>Between The Lines: A VR Based Detective Game for Enhancing Primary School Students’ Critical Thinking Skills</a:t>
            </a:r>
          </a:p>
        </p:txBody>
      </p:sp>
      <p:pic>
        <p:nvPicPr>
          <p:cNvPr id="27" name="Picture 26">
            <a:extLst>
              <a:ext uri="{FF2B5EF4-FFF2-40B4-BE49-F238E27FC236}">
                <a16:creationId xmlns:a16="http://schemas.microsoft.com/office/drawing/2014/main" id="{AF15932A-4ADA-0EAC-5C3B-30E870EE32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42220" y="-14303"/>
            <a:ext cx="739140" cy="923925"/>
          </a:xfrm>
          <a:prstGeom prst="rect">
            <a:avLst/>
          </a:prstGeom>
        </p:spPr>
      </p:pic>
      <p:cxnSp>
        <p:nvCxnSpPr>
          <p:cNvPr id="31" name="Straight Connector 30">
            <a:extLst>
              <a:ext uri="{FF2B5EF4-FFF2-40B4-BE49-F238E27FC236}">
                <a16:creationId xmlns:a16="http://schemas.microsoft.com/office/drawing/2014/main" id="{1947F184-919B-B0BC-44D2-655B378324FA}"/>
              </a:ext>
            </a:extLst>
          </p:cNvPr>
          <p:cNvCxnSpPr/>
          <p:nvPr/>
        </p:nvCxnSpPr>
        <p:spPr>
          <a:xfrm>
            <a:off x="208344" y="801680"/>
            <a:ext cx="11725155" cy="0"/>
          </a:xfrm>
          <a:prstGeom prst="line">
            <a:avLst/>
          </a:prstGeom>
          <a:ln>
            <a:solidFill>
              <a:srgbClr val="F0F8FD"/>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BEA98847-BBA1-FF6E-BCF9-08B5413734D3}"/>
              </a:ext>
            </a:extLst>
          </p:cNvPr>
          <p:cNvSpPr txBox="1"/>
          <p:nvPr/>
        </p:nvSpPr>
        <p:spPr>
          <a:xfrm>
            <a:off x="10962640" y="293772"/>
            <a:ext cx="965200" cy="307777"/>
          </a:xfrm>
          <a:prstGeom prst="rect">
            <a:avLst/>
          </a:prstGeom>
          <a:noFill/>
        </p:spPr>
        <p:txBody>
          <a:bodyPr wrap="square" rtlCol="0">
            <a:spAutoFit/>
          </a:bodyPr>
          <a:lstStyle/>
          <a:p>
            <a:r>
              <a:rPr lang="en-PH" sz="1400" b="1" dirty="0">
                <a:solidFill>
                  <a:schemeClr val="bg1"/>
                </a:solidFill>
                <a:latin typeface="HelveticaNowDisplay Bold" panose="020B0804030202020204" pitchFamily="34" charset="0"/>
                <a:cs typeface="HelveticaNowDisplay Bold" panose="020B0804030202020204" pitchFamily="34" charset="0"/>
              </a:rPr>
              <a:t>10:45 AM</a:t>
            </a:r>
          </a:p>
        </p:txBody>
      </p:sp>
      <p:pic>
        <p:nvPicPr>
          <p:cNvPr id="34" name="Picture 33">
            <a:extLst>
              <a:ext uri="{FF2B5EF4-FFF2-40B4-BE49-F238E27FC236}">
                <a16:creationId xmlns:a16="http://schemas.microsoft.com/office/drawing/2014/main" id="{4734D9F8-191D-AC06-378A-9404812C2D0E}"/>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731349" y="336057"/>
            <a:ext cx="245163" cy="245163"/>
          </a:xfrm>
          <a:prstGeom prst="rect">
            <a:avLst/>
          </a:prstGeom>
        </p:spPr>
      </p:pic>
      <p:pic>
        <p:nvPicPr>
          <p:cNvPr id="36" name="Picture 35">
            <a:extLst>
              <a:ext uri="{FF2B5EF4-FFF2-40B4-BE49-F238E27FC236}">
                <a16:creationId xmlns:a16="http://schemas.microsoft.com/office/drawing/2014/main" id="{B5A15B9B-23DD-638E-CD86-EE4BA8CEB48E}"/>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100000"/>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rot="5400000">
            <a:off x="9187141" y="336056"/>
            <a:ext cx="245163" cy="245163"/>
          </a:xfrm>
          <a:prstGeom prst="rect">
            <a:avLst/>
          </a:prstGeom>
        </p:spPr>
      </p:pic>
      <p:sp>
        <p:nvSpPr>
          <p:cNvPr id="38" name="TextBox 37">
            <a:extLst>
              <a:ext uri="{FF2B5EF4-FFF2-40B4-BE49-F238E27FC236}">
                <a16:creationId xmlns:a16="http://schemas.microsoft.com/office/drawing/2014/main" id="{DE0957B4-3A8D-5B14-D7A9-94718BCFFBA0}"/>
              </a:ext>
            </a:extLst>
          </p:cNvPr>
          <p:cNvSpPr txBox="1"/>
          <p:nvPr/>
        </p:nvSpPr>
        <p:spPr>
          <a:xfrm>
            <a:off x="208344" y="247273"/>
            <a:ext cx="1102296" cy="400110"/>
          </a:xfrm>
          <a:prstGeom prst="rect">
            <a:avLst/>
          </a:prstGeom>
          <a:noFill/>
        </p:spPr>
        <p:txBody>
          <a:bodyPr wrap="square" rtlCol="0">
            <a:spAutoFit/>
          </a:bodyPr>
          <a:lstStyle/>
          <a:p>
            <a:r>
              <a:rPr lang="en-PH" sz="2000" b="1" dirty="0">
                <a:solidFill>
                  <a:schemeClr val="bg1"/>
                </a:solidFill>
                <a:latin typeface="HelveticaNowDisplay Bold" panose="020B0804030202020204" pitchFamily="34" charset="0"/>
                <a:cs typeface="HelveticaNowDisplay Bold" panose="020B0804030202020204" pitchFamily="34" charset="0"/>
              </a:rPr>
              <a:t>Games</a:t>
            </a:r>
          </a:p>
        </p:txBody>
      </p:sp>
      <p:sp>
        <p:nvSpPr>
          <p:cNvPr id="39" name="TextBox 38">
            <a:extLst>
              <a:ext uri="{FF2B5EF4-FFF2-40B4-BE49-F238E27FC236}">
                <a16:creationId xmlns:a16="http://schemas.microsoft.com/office/drawing/2014/main" id="{E3AFE3FF-96AA-5864-0C1B-960247F2361F}"/>
              </a:ext>
            </a:extLst>
          </p:cNvPr>
          <p:cNvSpPr txBox="1"/>
          <p:nvPr/>
        </p:nvSpPr>
        <p:spPr>
          <a:xfrm>
            <a:off x="1285562" y="279276"/>
            <a:ext cx="1102296" cy="400110"/>
          </a:xfrm>
          <a:prstGeom prst="rect">
            <a:avLst/>
          </a:prstGeom>
          <a:noFill/>
          <a:effectLst>
            <a:outerShdw blurRad="50800" dist="38100" dir="5400000" algn="t" rotWithShape="0">
              <a:prstClr val="black">
                <a:alpha val="40000"/>
              </a:prstClr>
            </a:outerShdw>
          </a:effectLst>
        </p:spPr>
        <p:txBody>
          <a:bodyPr wrap="square" rtlCol="0">
            <a:spAutoFit/>
          </a:bodyPr>
          <a:lstStyle/>
          <a:p>
            <a:r>
              <a:rPr lang="en-PH" sz="2000" dirty="0">
                <a:solidFill>
                  <a:schemeClr val="bg2">
                    <a:lumMod val="75000"/>
                  </a:schemeClr>
                </a:solidFill>
                <a:latin typeface="Arial" panose="020B0604020202020204" pitchFamily="34" charset="0"/>
                <a:cs typeface="Arial" panose="020B0604020202020204" pitchFamily="34" charset="0"/>
              </a:rPr>
              <a:t>Media</a:t>
            </a:r>
          </a:p>
        </p:txBody>
      </p:sp>
      <p:pic>
        <p:nvPicPr>
          <p:cNvPr id="45" name="Picture 44">
            <a:extLst>
              <a:ext uri="{FF2B5EF4-FFF2-40B4-BE49-F238E27FC236}">
                <a16:creationId xmlns:a16="http://schemas.microsoft.com/office/drawing/2014/main" id="{ECD89D90-A311-B56D-5F54-ADEF3F7E5B2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64160" y="1219939"/>
            <a:ext cx="1646962" cy="1534834"/>
          </a:xfrm>
          <a:prstGeom prst="rect">
            <a:avLst/>
          </a:prstGeom>
        </p:spPr>
      </p:pic>
      <p:pic>
        <p:nvPicPr>
          <p:cNvPr id="47" name="Picture 46">
            <a:extLst>
              <a:ext uri="{FF2B5EF4-FFF2-40B4-BE49-F238E27FC236}">
                <a16:creationId xmlns:a16="http://schemas.microsoft.com/office/drawing/2014/main" id="{1822572A-2F5B-80AB-E16F-9F713067508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25624" y="1219939"/>
            <a:ext cx="1552574" cy="1977987"/>
          </a:xfrm>
          <a:prstGeom prst="rect">
            <a:avLst/>
          </a:prstGeom>
          <a:effectLst>
            <a:glow rad="63500">
              <a:schemeClr val="bg1">
                <a:alpha val="40000"/>
              </a:schemeClr>
            </a:glow>
          </a:effectLst>
        </p:spPr>
      </p:pic>
      <p:grpSp>
        <p:nvGrpSpPr>
          <p:cNvPr id="8" name="Group 7">
            <a:extLst>
              <a:ext uri="{FF2B5EF4-FFF2-40B4-BE49-F238E27FC236}">
                <a16:creationId xmlns:a16="http://schemas.microsoft.com/office/drawing/2014/main" id="{5D98457C-FA49-9393-30D1-E91AE7A04B57}"/>
              </a:ext>
            </a:extLst>
          </p:cNvPr>
          <p:cNvGrpSpPr/>
          <p:nvPr/>
        </p:nvGrpSpPr>
        <p:grpSpPr>
          <a:xfrm>
            <a:off x="319076" y="5925434"/>
            <a:ext cx="2245936" cy="794750"/>
            <a:chOff x="319076" y="5925434"/>
            <a:chExt cx="2245936" cy="794750"/>
          </a:xfrm>
        </p:grpSpPr>
        <p:pic>
          <p:nvPicPr>
            <p:cNvPr id="9" name="Picture 8">
              <a:extLst>
                <a:ext uri="{FF2B5EF4-FFF2-40B4-BE49-F238E27FC236}">
                  <a16:creationId xmlns:a16="http://schemas.microsoft.com/office/drawing/2014/main" id="{E3013E5B-0944-23F7-8797-6D2C8F53BD3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19076" y="5925434"/>
              <a:ext cx="635800" cy="794750"/>
            </a:xfrm>
            <a:prstGeom prst="rect">
              <a:avLst/>
            </a:prstGeom>
          </p:spPr>
        </p:pic>
        <p:sp>
          <p:nvSpPr>
            <p:cNvPr id="10" name="TextBox 9">
              <a:extLst>
                <a:ext uri="{FF2B5EF4-FFF2-40B4-BE49-F238E27FC236}">
                  <a16:creationId xmlns:a16="http://schemas.microsoft.com/office/drawing/2014/main" id="{E9657C9E-A48A-8003-EA23-AA7B7EDE5B7C}"/>
                </a:ext>
              </a:extLst>
            </p:cNvPr>
            <p:cNvSpPr txBox="1"/>
            <p:nvPr/>
          </p:nvSpPr>
          <p:spPr>
            <a:xfrm>
              <a:off x="861025" y="6098086"/>
              <a:ext cx="1703987" cy="369332"/>
            </a:xfrm>
            <a:prstGeom prst="rect">
              <a:avLst/>
            </a:prstGeom>
            <a:noFill/>
          </p:spPr>
          <p:txBody>
            <a:bodyPr wrap="square" rtlCol="0">
              <a:spAutoFit/>
            </a:bodyPr>
            <a:lstStyle/>
            <a:p>
              <a:r>
                <a:rPr lang="en-PH" b="1" dirty="0">
                  <a:solidFill>
                    <a:schemeClr val="bg1"/>
                  </a:solidFill>
                  <a:latin typeface="HelveticaNowDisplay Bold" panose="020B0804030202020204" pitchFamily="34" charset="0"/>
                  <a:cs typeface="HelveticaNowDisplay Bold" panose="020B0804030202020204" pitchFamily="34" charset="0"/>
                </a:rPr>
                <a:t>Details</a:t>
              </a:r>
            </a:p>
          </p:txBody>
        </p:sp>
      </p:grpSp>
    </p:spTree>
    <p:extLst>
      <p:ext uri="{BB962C8B-B14F-4D97-AF65-F5344CB8AC3E}">
        <p14:creationId xmlns:p14="http://schemas.microsoft.com/office/powerpoint/2010/main" val="41927231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rgbClr val="00B8FF"/>
            </a:gs>
            <a:gs pos="100000">
              <a:srgbClr val="002BFF"/>
            </a:gs>
          </a:gsLst>
          <a:lin ang="5400000" scaled="1"/>
        </a:gradFill>
        <a:effectLst/>
      </p:bgPr>
    </p:bg>
    <p:spTree>
      <p:nvGrpSpPr>
        <p:cNvPr id="1" name="">
          <a:extLst>
            <a:ext uri="{FF2B5EF4-FFF2-40B4-BE49-F238E27FC236}">
              <a16:creationId xmlns:a16="http://schemas.microsoft.com/office/drawing/2014/main" id="{30B8237F-1E58-9F3A-9BF4-1C7A0010138A}"/>
            </a:ext>
          </a:extLst>
        </p:cNvPr>
        <p:cNvGrpSpPr/>
        <p:nvPr/>
      </p:nvGrpSpPr>
      <p:grpSpPr>
        <a:xfrm>
          <a:off x="0" y="0"/>
          <a:ext cx="0" cy="0"/>
          <a:chOff x="0" y="0"/>
          <a:chExt cx="0" cy="0"/>
        </a:xfrm>
      </p:grpSpPr>
      <p:sp>
        <p:nvSpPr>
          <p:cNvPr id="4" name="AutoShape 2" descr="Обои по теме Sony Playstation">
            <a:extLst>
              <a:ext uri="{FF2B5EF4-FFF2-40B4-BE49-F238E27FC236}">
                <a16:creationId xmlns:a16="http://schemas.microsoft.com/office/drawing/2014/main" id="{414D4F7D-75BE-80DF-3E00-CA0654E10DE5}"/>
              </a:ext>
            </a:extLst>
          </p:cNvPr>
          <p:cNvSpPr>
            <a:spLocks noChangeAspect="1" noChangeArrowheads="1"/>
          </p:cNvSpPr>
          <p:nvPr/>
        </p:nvSpPr>
        <p:spPr bwMode="auto">
          <a:xfrm>
            <a:off x="5943600" y="3276600"/>
            <a:ext cx="4937760" cy="4937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5" name="Picture 4">
            <a:extLst>
              <a:ext uri="{FF2B5EF4-FFF2-40B4-BE49-F238E27FC236}">
                <a16:creationId xmlns:a16="http://schemas.microsoft.com/office/drawing/2014/main" id="{B473038D-E09E-0753-090F-075ACE628B53}"/>
              </a:ext>
            </a:extLst>
          </p:cNvPr>
          <p:cNvPicPr>
            <a:picLocks noChangeAspect="1"/>
          </p:cNvPicPr>
          <p:nvPr/>
        </p:nvPicPr>
        <p:blipFill>
          <a:blip r:embed="rId2">
            <a:alphaModFix amt="81000"/>
            <a:extLst>
              <a:ext uri="{BEBA8EAE-BF5A-486C-A8C5-ECC9F3942E4B}">
                <a14:imgProps xmlns:a14="http://schemas.microsoft.com/office/drawing/2010/main">
                  <a14:imgLayer r:embed="rId3">
                    <a14:imgEffect>
                      <a14:brightnessContrast bright="-58000"/>
                    </a14:imgEffect>
                  </a14:imgLayer>
                </a14:imgProps>
              </a:ex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27" name="Picture 26">
            <a:extLst>
              <a:ext uri="{FF2B5EF4-FFF2-40B4-BE49-F238E27FC236}">
                <a16:creationId xmlns:a16="http://schemas.microsoft.com/office/drawing/2014/main" id="{530670BE-12FD-AE9B-4064-520E69BA34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42220" y="-14303"/>
            <a:ext cx="739140" cy="923925"/>
          </a:xfrm>
          <a:prstGeom prst="rect">
            <a:avLst/>
          </a:prstGeom>
        </p:spPr>
      </p:pic>
      <p:cxnSp>
        <p:nvCxnSpPr>
          <p:cNvPr id="31" name="Straight Connector 30">
            <a:extLst>
              <a:ext uri="{FF2B5EF4-FFF2-40B4-BE49-F238E27FC236}">
                <a16:creationId xmlns:a16="http://schemas.microsoft.com/office/drawing/2014/main" id="{09068B51-2545-CCAC-3BE2-F865AED2CE56}"/>
              </a:ext>
            </a:extLst>
          </p:cNvPr>
          <p:cNvCxnSpPr/>
          <p:nvPr/>
        </p:nvCxnSpPr>
        <p:spPr>
          <a:xfrm>
            <a:off x="208344" y="801680"/>
            <a:ext cx="11725155" cy="0"/>
          </a:xfrm>
          <a:prstGeom prst="line">
            <a:avLst/>
          </a:prstGeom>
          <a:ln>
            <a:solidFill>
              <a:srgbClr val="F0F8FD"/>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23F245AC-E45C-AF94-877F-7DD2FB1E8F34}"/>
              </a:ext>
            </a:extLst>
          </p:cNvPr>
          <p:cNvSpPr txBox="1"/>
          <p:nvPr/>
        </p:nvSpPr>
        <p:spPr>
          <a:xfrm>
            <a:off x="10962640" y="293772"/>
            <a:ext cx="965200" cy="307777"/>
          </a:xfrm>
          <a:prstGeom prst="rect">
            <a:avLst/>
          </a:prstGeom>
          <a:noFill/>
        </p:spPr>
        <p:txBody>
          <a:bodyPr wrap="square" rtlCol="0">
            <a:spAutoFit/>
          </a:bodyPr>
          <a:lstStyle/>
          <a:p>
            <a:r>
              <a:rPr lang="en-PH" sz="1400" b="1" dirty="0">
                <a:solidFill>
                  <a:schemeClr val="bg1"/>
                </a:solidFill>
                <a:latin typeface="HelveticaNowDisplay Bold" panose="020B0804030202020204" pitchFamily="34" charset="0"/>
                <a:cs typeface="HelveticaNowDisplay Bold" panose="020B0804030202020204" pitchFamily="34" charset="0"/>
              </a:rPr>
              <a:t>10:45 AM</a:t>
            </a:r>
          </a:p>
        </p:txBody>
      </p:sp>
      <p:pic>
        <p:nvPicPr>
          <p:cNvPr id="34" name="Picture 33">
            <a:extLst>
              <a:ext uri="{FF2B5EF4-FFF2-40B4-BE49-F238E27FC236}">
                <a16:creationId xmlns:a16="http://schemas.microsoft.com/office/drawing/2014/main" id="{01DC7AC2-D626-AEEF-6DE5-C27B6AC40EFF}"/>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731349" y="336057"/>
            <a:ext cx="245163" cy="245163"/>
          </a:xfrm>
          <a:prstGeom prst="rect">
            <a:avLst/>
          </a:prstGeom>
        </p:spPr>
      </p:pic>
      <p:pic>
        <p:nvPicPr>
          <p:cNvPr id="36" name="Picture 35">
            <a:extLst>
              <a:ext uri="{FF2B5EF4-FFF2-40B4-BE49-F238E27FC236}">
                <a16:creationId xmlns:a16="http://schemas.microsoft.com/office/drawing/2014/main" id="{C509AE73-7D1F-5E80-47A7-CC359486B5A5}"/>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100000"/>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rot="5400000">
            <a:off x="9187141" y="336056"/>
            <a:ext cx="245163" cy="245163"/>
          </a:xfrm>
          <a:prstGeom prst="rect">
            <a:avLst/>
          </a:prstGeom>
        </p:spPr>
      </p:pic>
      <p:sp>
        <p:nvSpPr>
          <p:cNvPr id="38" name="TextBox 37">
            <a:extLst>
              <a:ext uri="{FF2B5EF4-FFF2-40B4-BE49-F238E27FC236}">
                <a16:creationId xmlns:a16="http://schemas.microsoft.com/office/drawing/2014/main" id="{20652277-856F-BED2-5216-728730587B8C}"/>
              </a:ext>
            </a:extLst>
          </p:cNvPr>
          <p:cNvSpPr txBox="1"/>
          <p:nvPr/>
        </p:nvSpPr>
        <p:spPr>
          <a:xfrm>
            <a:off x="208344" y="247273"/>
            <a:ext cx="2839656" cy="400110"/>
          </a:xfrm>
          <a:prstGeom prst="rect">
            <a:avLst/>
          </a:prstGeom>
          <a:noFill/>
        </p:spPr>
        <p:txBody>
          <a:bodyPr wrap="square" rtlCol="0">
            <a:spAutoFit/>
          </a:bodyPr>
          <a:lstStyle/>
          <a:p>
            <a:r>
              <a:rPr lang="en-PH" sz="2000" b="1" dirty="0">
                <a:solidFill>
                  <a:schemeClr val="bg1"/>
                </a:solidFill>
                <a:latin typeface="HelveticaNowDisplay Bold" panose="020B0804030202020204" pitchFamily="34" charset="0"/>
                <a:cs typeface="HelveticaNowDisplay Bold" panose="020B0804030202020204" pitchFamily="34" charset="0"/>
              </a:rPr>
              <a:t>Problem Statement</a:t>
            </a:r>
          </a:p>
        </p:txBody>
      </p:sp>
      <p:sp>
        <p:nvSpPr>
          <p:cNvPr id="39" name="TextBox 38">
            <a:extLst>
              <a:ext uri="{FF2B5EF4-FFF2-40B4-BE49-F238E27FC236}">
                <a16:creationId xmlns:a16="http://schemas.microsoft.com/office/drawing/2014/main" id="{36BD709B-A41E-0C6B-0155-A85F77D06D31}"/>
              </a:ext>
            </a:extLst>
          </p:cNvPr>
          <p:cNvSpPr txBox="1"/>
          <p:nvPr/>
        </p:nvSpPr>
        <p:spPr>
          <a:xfrm>
            <a:off x="2759696" y="258582"/>
            <a:ext cx="1802144" cy="400110"/>
          </a:xfrm>
          <a:prstGeom prst="rect">
            <a:avLst/>
          </a:prstGeom>
          <a:noFill/>
          <a:effectLst>
            <a:outerShdw blurRad="50800" dist="38100" dir="5400000" algn="t" rotWithShape="0">
              <a:prstClr val="black">
                <a:alpha val="40000"/>
              </a:prstClr>
            </a:outerShdw>
          </a:effectLst>
        </p:spPr>
        <p:txBody>
          <a:bodyPr wrap="square" rtlCol="0">
            <a:spAutoFit/>
          </a:bodyPr>
          <a:lstStyle/>
          <a:p>
            <a:r>
              <a:rPr lang="en-PH" sz="2000" dirty="0">
                <a:solidFill>
                  <a:schemeClr val="bg2">
                    <a:lumMod val="75000"/>
                  </a:schemeClr>
                </a:solidFill>
                <a:latin typeface="Arial" panose="020B0604020202020204" pitchFamily="34" charset="0"/>
                <a:cs typeface="Arial" panose="020B0604020202020204" pitchFamily="34" charset="0"/>
              </a:rPr>
              <a:t>Proposed App</a:t>
            </a:r>
          </a:p>
        </p:txBody>
      </p:sp>
      <p:grpSp>
        <p:nvGrpSpPr>
          <p:cNvPr id="8" name="Group 7">
            <a:extLst>
              <a:ext uri="{FF2B5EF4-FFF2-40B4-BE49-F238E27FC236}">
                <a16:creationId xmlns:a16="http://schemas.microsoft.com/office/drawing/2014/main" id="{2BFF54D8-BD15-00D3-8F90-0631B539F324}"/>
              </a:ext>
            </a:extLst>
          </p:cNvPr>
          <p:cNvGrpSpPr/>
          <p:nvPr/>
        </p:nvGrpSpPr>
        <p:grpSpPr>
          <a:xfrm>
            <a:off x="319076" y="5925434"/>
            <a:ext cx="2245936" cy="794750"/>
            <a:chOff x="319076" y="5925434"/>
            <a:chExt cx="2245936" cy="794750"/>
          </a:xfrm>
        </p:grpSpPr>
        <p:pic>
          <p:nvPicPr>
            <p:cNvPr id="6" name="Picture 5">
              <a:extLst>
                <a:ext uri="{FF2B5EF4-FFF2-40B4-BE49-F238E27FC236}">
                  <a16:creationId xmlns:a16="http://schemas.microsoft.com/office/drawing/2014/main" id="{CABAFBB5-F325-4F7C-BAF7-7F9AEBB980F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19076" y="5925434"/>
              <a:ext cx="635800" cy="794750"/>
            </a:xfrm>
            <a:prstGeom prst="rect">
              <a:avLst/>
            </a:prstGeom>
          </p:spPr>
        </p:pic>
        <p:sp>
          <p:nvSpPr>
            <p:cNvPr id="7" name="TextBox 6">
              <a:extLst>
                <a:ext uri="{FF2B5EF4-FFF2-40B4-BE49-F238E27FC236}">
                  <a16:creationId xmlns:a16="http://schemas.microsoft.com/office/drawing/2014/main" id="{36867F0E-A3CB-411B-3AF4-2D7FA0274E5C}"/>
                </a:ext>
              </a:extLst>
            </p:cNvPr>
            <p:cNvSpPr txBox="1"/>
            <p:nvPr/>
          </p:nvSpPr>
          <p:spPr>
            <a:xfrm>
              <a:off x="861025" y="6098086"/>
              <a:ext cx="1703987" cy="369332"/>
            </a:xfrm>
            <a:prstGeom prst="rect">
              <a:avLst/>
            </a:prstGeom>
            <a:noFill/>
          </p:spPr>
          <p:txBody>
            <a:bodyPr wrap="square" rtlCol="0">
              <a:spAutoFit/>
            </a:bodyPr>
            <a:lstStyle/>
            <a:p>
              <a:r>
                <a:rPr lang="en-PH" b="1" dirty="0">
                  <a:solidFill>
                    <a:schemeClr val="bg1"/>
                  </a:solidFill>
                  <a:latin typeface="HelveticaNowDisplay Bold" panose="020B0804030202020204" pitchFamily="34" charset="0"/>
                  <a:cs typeface="HelveticaNowDisplay Bold" panose="020B0804030202020204" pitchFamily="34" charset="0"/>
                </a:rPr>
                <a:t>Exit</a:t>
              </a:r>
            </a:p>
          </p:txBody>
        </p:sp>
      </p:grpSp>
      <p:sp>
        <p:nvSpPr>
          <p:cNvPr id="2" name="TextBox 1">
            <a:extLst>
              <a:ext uri="{FF2B5EF4-FFF2-40B4-BE49-F238E27FC236}">
                <a16:creationId xmlns:a16="http://schemas.microsoft.com/office/drawing/2014/main" id="{51340F56-9A3D-DD1B-B748-6BD9A06BAB13}"/>
              </a:ext>
            </a:extLst>
          </p:cNvPr>
          <p:cNvSpPr txBox="1"/>
          <p:nvPr/>
        </p:nvSpPr>
        <p:spPr>
          <a:xfrm>
            <a:off x="208344" y="938479"/>
            <a:ext cx="11221656" cy="2246769"/>
          </a:xfrm>
          <a:prstGeom prst="rect">
            <a:avLst/>
          </a:prstGeom>
          <a:noFill/>
        </p:spPr>
        <p:txBody>
          <a:bodyPr wrap="square" rtlCol="0">
            <a:spAutoFit/>
          </a:bodyPr>
          <a:lstStyle/>
          <a:p>
            <a:r>
              <a:rPr lang="en-US" sz="2000" dirty="0">
                <a:solidFill>
                  <a:schemeClr val="bg1"/>
                </a:solidFill>
              </a:rPr>
              <a:t>Many Filipino 10-year-old students struggle with critical thinking, which limits their ability to analyze information, interpret clues, and solve problems effectively. National studies show that learners often cannot apply reasoning skills in academic and everyday contexts, highlighting a gap in higher-order thinking development (Philippine Star, 2024; UNICEF, 2025). This challenge aligns with </a:t>
            </a:r>
            <a:r>
              <a:rPr lang="en-US" sz="2000" b="1" dirty="0">
                <a:solidFill>
                  <a:schemeClr val="bg1"/>
                </a:solidFill>
              </a:rPr>
              <a:t>Sustainable Development Goal 4 (Quality Education)</a:t>
            </a:r>
            <a:r>
              <a:rPr lang="en-US" sz="2000" dirty="0">
                <a:solidFill>
                  <a:schemeClr val="bg1"/>
                </a:solidFill>
              </a:rPr>
              <a:t>, which promotes inclusive and effective learning, and with the </a:t>
            </a:r>
            <a:r>
              <a:rPr lang="en-US" sz="2000" b="1" dirty="0">
                <a:solidFill>
                  <a:schemeClr val="bg1"/>
                </a:solidFill>
              </a:rPr>
              <a:t>Philippine National Research Agenda (PNRA)</a:t>
            </a:r>
            <a:r>
              <a:rPr lang="en-US" sz="2000" dirty="0">
                <a:solidFill>
                  <a:schemeClr val="bg1"/>
                </a:solidFill>
              </a:rPr>
              <a:t>, which emphasizes developing cognitive skills and problem-solving abilities through innovative, technology-based educational strategies.</a:t>
            </a:r>
            <a:endParaRPr lang="en-PH" sz="2000" b="1" dirty="0">
              <a:solidFill>
                <a:schemeClr val="bg1"/>
              </a:solidFill>
              <a:latin typeface="HelveticaNowDisplay Bold" panose="020B0804030202020204" pitchFamily="34" charset="0"/>
              <a:cs typeface="HelveticaNowDisplay Bold" panose="020B0804030202020204" pitchFamily="34" charset="0"/>
            </a:endParaRPr>
          </a:p>
        </p:txBody>
      </p:sp>
    </p:spTree>
    <p:extLst>
      <p:ext uri="{BB962C8B-B14F-4D97-AF65-F5344CB8AC3E}">
        <p14:creationId xmlns:p14="http://schemas.microsoft.com/office/powerpoint/2010/main" val="10558488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rgbClr val="00B8FF"/>
            </a:gs>
            <a:gs pos="100000">
              <a:srgbClr val="002BFF"/>
            </a:gs>
          </a:gsLst>
          <a:lin ang="5400000" scaled="1"/>
        </a:gradFill>
        <a:effectLst/>
      </p:bgPr>
    </p:bg>
    <p:spTree>
      <p:nvGrpSpPr>
        <p:cNvPr id="1" name="">
          <a:extLst>
            <a:ext uri="{FF2B5EF4-FFF2-40B4-BE49-F238E27FC236}">
              <a16:creationId xmlns:a16="http://schemas.microsoft.com/office/drawing/2014/main" id="{0BDC412C-8A49-A074-9574-9D79987D4507}"/>
            </a:ext>
          </a:extLst>
        </p:cNvPr>
        <p:cNvGrpSpPr/>
        <p:nvPr/>
      </p:nvGrpSpPr>
      <p:grpSpPr>
        <a:xfrm>
          <a:off x="0" y="0"/>
          <a:ext cx="0" cy="0"/>
          <a:chOff x="0" y="0"/>
          <a:chExt cx="0" cy="0"/>
        </a:xfrm>
      </p:grpSpPr>
      <p:sp>
        <p:nvSpPr>
          <p:cNvPr id="4" name="AutoShape 2" descr="Обои по теме Sony Playstation">
            <a:extLst>
              <a:ext uri="{FF2B5EF4-FFF2-40B4-BE49-F238E27FC236}">
                <a16:creationId xmlns:a16="http://schemas.microsoft.com/office/drawing/2014/main" id="{F3533AD4-1CC2-C2B3-62BE-E543C803E514}"/>
              </a:ext>
            </a:extLst>
          </p:cNvPr>
          <p:cNvSpPr>
            <a:spLocks noChangeAspect="1" noChangeArrowheads="1"/>
          </p:cNvSpPr>
          <p:nvPr/>
        </p:nvSpPr>
        <p:spPr bwMode="auto">
          <a:xfrm>
            <a:off x="5943600" y="3276600"/>
            <a:ext cx="4937760" cy="4937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3" name="Picture 2">
            <a:extLst>
              <a:ext uri="{FF2B5EF4-FFF2-40B4-BE49-F238E27FC236}">
                <a16:creationId xmlns:a16="http://schemas.microsoft.com/office/drawing/2014/main" id="{62A36C67-0F66-FF8B-850C-16038CB1BBCC}"/>
              </a:ext>
            </a:extLst>
          </p:cNvPr>
          <p:cNvPicPr>
            <a:picLocks noChangeAspect="1"/>
          </p:cNvPicPr>
          <p:nvPr/>
        </p:nvPicPr>
        <p:blipFill>
          <a:blip r:embed="rId2">
            <a:alphaModFix amt="81000"/>
            <a:extLst>
              <a:ext uri="{BEBA8EAE-BF5A-486C-A8C5-ECC9F3942E4B}">
                <a14:imgProps xmlns:a14="http://schemas.microsoft.com/office/drawing/2010/main">
                  <a14:imgLayer r:embed="rId3">
                    <a14:imgEffect>
                      <a14:brightnessContrast bright="-58000"/>
                    </a14:imgEffect>
                  </a14:imgLayer>
                </a14:imgProps>
              </a:ex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27" name="Picture 26">
            <a:extLst>
              <a:ext uri="{FF2B5EF4-FFF2-40B4-BE49-F238E27FC236}">
                <a16:creationId xmlns:a16="http://schemas.microsoft.com/office/drawing/2014/main" id="{2F65E04E-4140-3D06-EDD6-A3B11BF767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42220" y="-14303"/>
            <a:ext cx="739140" cy="923925"/>
          </a:xfrm>
          <a:prstGeom prst="rect">
            <a:avLst/>
          </a:prstGeom>
        </p:spPr>
      </p:pic>
      <p:cxnSp>
        <p:nvCxnSpPr>
          <p:cNvPr id="31" name="Straight Connector 30">
            <a:extLst>
              <a:ext uri="{FF2B5EF4-FFF2-40B4-BE49-F238E27FC236}">
                <a16:creationId xmlns:a16="http://schemas.microsoft.com/office/drawing/2014/main" id="{5E3322BD-27D9-4482-0D97-6C5BD637171C}"/>
              </a:ext>
            </a:extLst>
          </p:cNvPr>
          <p:cNvCxnSpPr/>
          <p:nvPr/>
        </p:nvCxnSpPr>
        <p:spPr>
          <a:xfrm>
            <a:off x="208344" y="801680"/>
            <a:ext cx="11725155" cy="0"/>
          </a:xfrm>
          <a:prstGeom prst="line">
            <a:avLst/>
          </a:prstGeom>
          <a:ln>
            <a:solidFill>
              <a:srgbClr val="F0F8FD"/>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7485C499-B026-BF34-E2B0-F9C325C195CA}"/>
              </a:ext>
            </a:extLst>
          </p:cNvPr>
          <p:cNvSpPr txBox="1"/>
          <p:nvPr/>
        </p:nvSpPr>
        <p:spPr>
          <a:xfrm>
            <a:off x="10962640" y="293772"/>
            <a:ext cx="965200" cy="307777"/>
          </a:xfrm>
          <a:prstGeom prst="rect">
            <a:avLst/>
          </a:prstGeom>
          <a:noFill/>
        </p:spPr>
        <p:txBody>
          <a:bodyPr wrap="square" rtlCol="0">
            <a:spAutoFit/>
          </a:bodyPr>
          <a:lstStyle/>
          <a:p>
            <a:r>
              <a:rPr lang="en-PH" sz="1400" b="1" dirty="0">
                <a:solidFill>
                  <a:schemeClr val="bg1"/>
                </a:solidFill>
                <a:latin typeface="HelveticaNowDisplay Bold" panose="020B0804030202020204" pitchFamily="34" charset="0"/>
                <a:cs typeface="HelveticaNowDisplay Bold" panose="020B0804030202020204" pitchFamily="34" charset="0"/>
              </a:rPr>
              <a:t>10:45 AM</a:t>
            </a:r>
          </a:p>
        </p:txBody>
      </p:sp>
      <p:pic>
        <p:nvPicPr>
          <p:cNvPr id="34" name="Picture 33">
            <a:extLst>
              <a:ext uri="{FF2B5EF4-FFF2-40B4-BE49-F238E27FC236}">
                <a16:creationId xmlns:a16="http://schemas.microsoft.com/office/drawing/2014/main" id="{27A109D5-4821-1D95-57C2-DFE849875F22}"/>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731349" y="336057"/>
            <a:ext cx="245163" cy="245163"/>
          </a:xfrm>
          <a:prstGeom prst="rect">
            <a:avLst/>
          </a:prstGeom>
        </p:spPr>
      </p:pic>
      <p:pic>
        <p:nvPicPr>
          <p:cNvPr id="36" name="Picture 35">
            <a:extLst>
              <a:ext uri="{FF2B5EF4-FFF2-40B4-BE49-F238E27FC236}">
                <a16:creationId xmlns:a16="http://schemas.microsoft.com/office/drawing/2014/main" id="{180838D9-3CA3-7060-2D73-FC424EEAD8DC}"/>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100000"/>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rot="5400000">
            <a:off x="9187141" y="336056"/>
            <a:ext cx="245163" cy="245163"/>
          </a:xfrm>
          <a:prstGeom prst="rect">
            <a:avLst/>
          </a:prstGeom>
        </p:spPr>
      </p:pic>
      <p:sp>
        <p:nvSpPr>
          <p:cNvPr id="38" name="TextBox 37">
            <a:extLst>
              <a:ext uri="{FF2B5EF4-FFF2-40B4-BE49-F238E27FC236}">
                <a16:creationId xmlns:a16="http://schemas.microsoft.com/office/drawing/2014/main" id="{B79D276E-40DF-2CF2-CC74-8E77E4C94255}"/>
              </a:ext>
            </a:extLst>
          </p:cNvPr>
          <p:cNvSpPr txBox="1"/>
          <p:nvPr/>
        </p:nvSpPr>
        <p:spPr>
          <a:xfrm>
            <a:off x="208344" y="247273"/>
            <a:ext cx="2839656" cy="400110"/>
          </a:xfrm>
          <a:prstGeom prst="rect">
            <a:avLst/>
          </a:prstGeom>
          <a:noFill/>
        </p:spPr>
        <p:txBody>
          <a:bodyPr wrap="square" rtlCol="0">
            <a:spAutoFit/>
          </a:bodyPr>
          <a:lstStyle/>
          <a:p>
            <a:r>
              <a:rPr lang="en-PH" sz="2000" b="1" dirty="0">
                <a:solidFill>
                  <a:schemeClr val="bg2">
                    <a:lumMod val="75000"/>
                  </a:schemeClr>
                </a:solidFill>
                <a:latin typeface="HelveticaNowDisplay Bold" panose="020B0804030202020204" pitchFamily="34" charset="0"/>
                <a:cs typeface="HelveticaNowDisplay Bold" panose="020B0804030202020204" pitchFamily="34" charset="0"/>
              </a:rPr>
              <a:t>Problem Statement</a:t>
            </a:r>
          </a:p>
        </p:txBody>
      </p:sp>
      <p:sp>
        <p:nvSpPr>
          <p:cNvPr id="39" name="TextBox 38">
            <a:extLst>
              <a:ext uri="{FF2B5EF4-FFF2-40B4-BE49-F238E27FC236}">
                <a16:creationId xmlns:a16="http://schemas.microsoft.com/office/drawing/2014/main" id="{7288291F-4311-A375-8729-8CB9C803A9BC}"/>
              </a:ext>
            </a:extLst>
          </p:cNvPr>
          <p:cNvSpPr txBox="1"/>
          <p:nvPr/>
        </p:nvSpPr>
        <p:spPr>
          <a:xfrm>
            <a:off x="2759696" y="258582"/>
            <a:ext cx="1802144" cy="400110"/>
          </a:xfrm>
          <a:prstGeom prst="rect">
            <a:avLst/>
          </a:prstGeom>
          <a:noFill/>
          <a:effectLst>
            <a:outerShdw blurRad="50800" dist="38100" dir="5400000" algn="t" rotWithShape="0">
              <a:prstClr val="black">
                <a:alpha val="40000"/>
              </a:prstClr>
            </a:outerShdw>
          </a:effectLst>
        </p:spPr>
        <p:txBody>
          <a:bodyPr wrap="square" rtlCol="0">
            <a:spAutoFit/>
          </a:bodyPr>
          <a:lstStyle/>
          <a:p>
            <a:r>
              <a:rPr lang="en-PH" sz="2000" dirty="0">
                <a:solidFill>
                  <a:schemeClr val="bg1"/>
                </a:solidFill>
                <a:latin typeface="Arial" panose="020B0604020202020204" pitchFamily="34" charset="0"/>
                <a:cs typeface="Arial" panose="020B0604020202020204" pitchFamily="34" charset="0"/>
              </a:rPr>
              <a:t>Proposed App</a:t>
            </a:r>
          </a:p>
        </p:txBody>
      </p:sp>
      <p:grpSp>
        <p:nvGrpSpPr>
          <p:cNvPr id="8" name="Group 7">
            <a:extLst>
              <a:ext uri="{FF2B5EF4-FFF2-40B4-BE49-F238E27FC236}">
                <a16:creationId xmlns:a16="http://schemas.microsoft.com/office/drawing/2014/main" id="{77E584F3-C525-AC7A-CD6C-2F325C695D42}"/>
              </a:ext>
            </a:extLst>
          </p:cNvPr>
          <p:cNvGrpSpPr/>
          <p:nvPr/>
        </p:nvGrpSpPr>
        <p:grpSpPr>
          <a:xfrm>
            <a:off x="319076" y="5925434"/>
            <a:ext cx="2245936" cy="794750"/>
            <a:chOff x="319076" y="5925434"/>
            <a:chExt cx="2245936" cy="794750"/>
          </a:xfrm>
        </p:grpSpPr>
        <p:pic>
          <p:nvPicPr>
            <p:cNvPr id="6" name="Picture 5">
              <a:extLst>
                <a:ext uri="{FF2B5EF4-FFF2-40B4-BE49-F238E27FC236}">
                  <a16:creationId xmlns:a16="http://schemas.microsoft.com/office/drawing/2014/main" id="{E8019DD1-A25E-548D-C507-A54AF419FEE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19076" y="5925434"/>
              <a:ext cx="635800" cy="794750"/>
            </a:xfrm>
            <a:prstGeom prst="rect">
              <a:avLst/>
            </a:prstGeom>
          </p:spPr>
        </p:pic>
        <p:sp>
          <p:nvSpPr>
            <p:cNvPr id="7" name="TextBox 6">
              <a:extLst>
                <a:ext uri="{FF2B5EF4-FFF2-40B4-BE49-F238E27FC236}">
                  <a16:creationId xmlns:a16="http://schemas.microsoft.com/office/drawing/2014/main" id="{85D89D0C-583F-713C-5038-D208CDE75E06}"/>
                </a:ext>
              </a:extLst>
            </p:cNvPr>
            <p:cNvSpPr txBox="1"/>
            <p:nvPr/>
          </p:nvSpPr>
          <p:spPr>
            <a:xfrm>
              <a:off x="861025" y="6098086"/>
              <a:ext cx="1703987" cy="369332"/>
            </a:xfrm>
            <a:prstGeom prst="rect">
              <a:avLst/>
            </a:prstGeom>
            <a:noFill/>
          </p:spPr>
          <p:txBody>
            <a:bodyPr wrap="square" rtlCol="0">
              <a:spAutoFit/>
            </a:bodyPr>
            <a:lstStyle/>
            <a:p>
              <a:r>
                <a:rPr lang="en-PH" b="1" dirty="0">
                  <a:solidFill>
                    <a:schemeClr val="bg1"/>
                  </a:solidFill>
                  <a:latin typeface="HelveticaNowDisplay Bold" panose="020B0804030202020204" pitchFamily="34" charset="0"/>
                  <a:cs typeface="HelveticaNowDisplay Bold" panose="020B0804030202020204" pitchFamily="34" charset="0"/>
                </a:rPr>
                <a:t>Exit</a:t>
              </a:r>
            </a:p>
          </p:txBody>
        </p:sp>
      </p:grpSp>
      <p:sp>
        <p:nvSpPr>
          <p:cNvPr id="2" name="TextBox 1">
            <a:extLst>
              <a:ext uri="{FF2B5EF4-FFF2-40B4-BE49-F238E27FC236}">
                <a16:creationId xmlns:a16="http://schemas.microsoft.com/office/drawing/2014/main" id="{B2708A99-E51A-9A69-9AB7-9F4E7DFD6820}"/>
              </a:ext>
            </a:extLst>
          </p:cNvPr>
          <p:cNvSpPr txBox="1"/>
          <p:nvPr/>
        </p:nvSpPr>
        <p:spPr>
          <a:xfrm>
            <a:off x="208344" y="938479"/>
            <a:ext cx="11221656" cy="1323439"/>
          </a:xfrm>
          <a:prstGeom prst="rect">
            <a:avLst/>
          </a:prstGeom>
          <a:noFill/>
        </p:spPr>
        <p:txBody>
          <a:bodyPr wrap="square" rtlCol="0">
            <a:spAutoFit/>
          </a:bodyPr>
          <a:lstStyle/>
          <a:p>
            <a:r>
              <a:rPr lang="en-US" sz="2000" i="1" dirty="0">
                <a:solidFill>
                  <a:schemeClr val="bg1"/>
                </a:solidFill>
              </a:rPr>
              <a:t>Between the Lines</a:t>
            </a:r>
            <a:r>
              <a:rPr lang="en-US" sz="2000" dirty="0">
                <a:solidFill>
                  <a:schemeClr val="bg1"/>
                </a:solidFill>
              </a:rPr>
              <a:t> is a quest-based detective game designed to enhance critical thinking in 10-year-old Filipino learners. Players explore a virtual levels, solve puzzles, and interpret clues either mentioned “between the lines” of dialogue or via clues hidden within the level to complete challenges, training them to analyze, reason, and make informed decisions.</a:t>
            </a:r>
            <a:endParaRPr lang="en-PH" sz="2000" b="1" dirty="0">
              <a:solidFill>
                <a:schemeClr val="bg1"/>
              </a:solidFill>
              <a:latin typeface="HelveticaNowDisplay Bold" panose="020B0804030202020204" pitchFamily="34" charset="0"/>
              <a:cs typeface="HelveticaNowDisplay Bold" panose="020B0804030202020204" pitchFamily="34" charset="0"/>
            </a:endParaRPr>
          </a:p>
        </p:txBody>
      </p:sp>
      <p:pic>
        <p:nvPicPr>
          <p:cNvPr id="12" name="Picture 11">
            <a:extLst>
              <a:ext uri="{FF2B5EF4-FFF2-40B4-BE49-F238E27FC236}">
                <a16:creationId xmlns:a16="http://schemas.microsoft.com/office/drawing/2014/main" id="{F21A2436-B02D-0C17-F2D4-40EF35E7B41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397270" y="3615275"/>
            <a:ext cx="3345522" cy="2366308"/>
          </a:xfrm>
          <a:prstGeom prst="rect">
            <a:avLst/>
          </a:prstGeom>
        </p:spPr>
      </p:pic>
      <p:pic>
        <p:nvPicPr>
          <p:cNvPr id="14" name="Picture 13">
            <a:extLst>
              <a:ext uri="{FF2B5EF4-FFF2-40B4-BE49-F238E27FC236}">
                <a16:creationId xmlns:a16="http://schemas.microsoft.com/office/drawing/2014/main" id="{0C567B79-3E8F-5D43-B856-B2385351B952}"/>
              </a:ext>
            </a:extLst>
          </p:cNvPr>
          <p:cNvPicPr>
            <a:picLocks noChangeAspect="1"/>
          </p:cNvPicPr>
          <p:nvPr/>
        </p:nvPicPr>
        <p:blipFill>
          <a:blip r:embed="rId11"/>
          <a:stretch>
            <a:fillRect/>
          </a:stretch>
        </p:blipFill>
        <p:spPr>
          <a:xfrm>
            <a:off x="7981454" y="4095362"/>
            <a:ext cx="2104791" cy="1493142"/>
          </a:xfrm>
          <a:prstGeom prst="rect">
            <a:avLst/>
          </a:prstGeom>
        </p:spPr>
      </p:pic>
    </p:spTree>
    <p:extLst>
      <p:ext uri="{BB962C8B-B14F-4D97-AF65-F5344CB8AC3E}">
        <p14:creationId xmlns:p14="http://schemas.microsoft.com/office/powerpoint/2010/main" val="13616544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rgbClr val="00B8FF"/>
            </a:gs>
            <a:gs pos="100000">
              <a:srgbClr val="002BFF"/>
            </a:gs>
          </a:gsLst>
          <a:lin ang="5400000" scaled="1"/>
        </a:gradFill>
        <a:effectLst/>
      </p:bgPr>
    </p:bg>
    <p:spTree>
      <p:nvGrpSpPr>
        <p:cNvPr id="1" name="">
          <a:extLst>
            <a:ext uri="{FF2B5EF4-FFF2-40B4-BE49-F238E27FC236}">
              <a16:creationId xmlns:a16="http://schemas.microsoft.com/office/drawing/2014/main" id="{9902BC9C-E9E5-B1B9-888F-E0CD9FFF6313}"/>
            </a:ext>
          </a:extLst>
        </p:cNvPr>
        <p:cNvGrpSpPr/>
        <p:nvPr/>
      </p:nvGrpSpPr>
      <p:grpSpPr>
        <a:xfrm>
          <a:off x="0" y="0"/>
          <a:ext cx="0" cy="0"/>
          <a:chOff x="0" y="0"/>
          <a:chExt cx="0" cy="0"/>
        </a:xfrm>
      </p:grpSpPr>
      <p:sp>
        <p:nvSpPr>
          <p:cNvPr id="4" name="AutoShape 2" descr="Обои по теме Sony Playstation">
            <a:extLst>
              <a:ext uri="{FF2B5EF4-FFF2-40B4-BE49-F238E27FC236}">
                <a16:creationId xmlns:a16="http://schemas.microsoft.com/office/drawing/2014/main" id="{DCE835CB-09A5-2AE8-C0E2-0ABF7ADC3606}"/>
              </a:ext>
            </a:extLst>
          </p:cNvPr>
          <p:cNvSpPr>
            <a:spLocks noChangeAspect="1" noChangeArrowheads="1"/>
          </p:cNvSpPr>
          <p:nvPr/>
        </p:nvSpPr>
        <p:spPr bwMode="auto">
          <a:xfrm>
            <a:off x="5943600" y="3276600"/>
            <a:ext cx="4937760" cy="4937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3" name="Picture 2">
            <a:extLst>
              <a:ext uri="{FF2B5EF4-FFF2-40B4-BE49-F238E27FC236}">
                <a16:creationId xmlns:a16="http://schemas.microsoft.com/office/drawing/2014/main" id="{74F211AC-5843-531C-186F-E639A6C3E74F}"/>
              </a:ext>
            </a:extLst>
          </p:cNvPr>
          <p:cNvPicPr>
            <a:picLocks noChangeAspect="1"/>
          </p:cNvPicPr>
          <p:nvPr/>
        </p:nvPicPr>
        <p:blipFill>
          <a:blip r:embed="rId2">
            <a:alphaModFix amt="81000"/>
            <a:extLst>
              <a:ext uri="{BEBA8EAE-BF5A-486C-A8C5-ECC9F3942E4B}">
                <a14:imgProps xmlns:a14="http://schemas.microsoft.com/office/drawing/2010/main">
                  <a14:imgLayer r:embed="rId3">
                    <a14:imgEffect>
                      <a14:brightnessContrast bright="-58000"/>
                    </a14:imgEffect>
                  </a14:imgLayer>
                </a14:imgProps>
              </a:ex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27" name="Picture 26">
            <a:extLst>
              <a:ext uri="{FF2B5EF4-FFF2-40B4-BE49-F238E27FC236}">
                <a16:creationId xmlns:a16="http://schemas.microsoft.com/office/drawing/2014/main" id="{A25706F3-3594-EFB8-B8C3-2195AF1B0F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42220" y="-14303"/>
            <a:ext cx="739140" cy="923925"/>
          </a:xfrm>
          <a:prstGeom prst="rect">
            <a:avLst/>
          </a:prstGeom>
        </p:spPr>
      </p:pic>
      <p:cxnSp>
        <p:nvCxnSpPr>
          <p:cNvPr id="31" name="Straight Connector 30">
            <a:extLst>
              <a:ext uri="{FF2B5EF4-FFF2-40B4-BE49-F238E27FC236}">
                <a16:creationId xmlns:a16="http://schemas.microsoft.com/office/drawing/2014/main" id="{E9C686EB-FCE9-9CF4-EFCC-B236642F53DE}"/>
              </a:ext>
            </a:extLst>
          </p:cNvPr>
          <p:cNvCxnSpPr/>
          <p:nvPr/>
        </p:nvCxnSpPr>
        <p:spPr>
          <a:xfrm>
            <a:off x="208344" y="801680"/>
            <a:ext cx="11725155" cy="0"/>
          </a:xfrm>
          <a:prstGeom prst="line">
            <a:avLst/>
          </a:prstGeom>
          <a:ln>
            <a:solidFill>
              <a:srgbClr val="F0F8FD"/>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C02863A0-44F5-A9F7-30F3-C1175A37EFCC}"/>
              </a:ext>
            </a:extLst>
          </p:cNvPr>
          <p:cNvSpPr txBox="1"/>
          <p:nvPr/>
        </p:nvSpPr>
        <p:spPr>
          <a:xfrm>
            <a:off x="10962640" y="293772"/>
            <a:ext cx="965200" cy="307777"/>
          </a:xfrm>
          <a:prstGeom prst="rect">
            <a:avLst/>
          </a:prstGeom>
          <a:noFill/>
        </p:spPr>
        <p:txBody>
          <a:bodyPr wrap="square" rtlCol="0">
            <a:spAutoFit/>
          </a:bodyPr>
          <a:lstStyle/>
          <a:p>
            <a:r>
              <a:rPr lang="en-PH" sz="1400" b="1" dirty="0">
                <a:solidFill>
                  <a:schemeClr val="bg1"/>
                </a:solidFill>
                <a:latin typeface="HelveticaNowDisplay Bold" panose="020B0804030202020204" pitchFamily="34" charset="0"/>
                <a:cs typeface="HelveticaNowDisplay Bold" panose="020B0804030202020204" pitchFamily="34" charset="0"/>
              </a:rPr>
              <a:t>10:45 AM</a:t>
            </a:r>
          </a:p>
        </p:txBody>
      </p:sp>
      <p:pic>
        <p:nvPicPr>
          <p:cNvPr id="34" name="Picture 33">
            <a:extLst>
              <a:ext uri="{FF2B5EF4-FFF2-40B4-BE49-F238E27FC236}">
                <a16:creationId xmlns:a16="http://schemas.microsoft.com/office/drawing/2014/main" id="{1C0F1CA4-C9F0-F87D-A61A-2B969BC6205C}"/>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731349" y="336057"/>
            <a:ext cx="245163" cy="245163"/>
          </a:xfrm>
          <a:prstGeom prst="rect">
            <a:avLst/>
          </a:prstGeom>
        </p:spPr>
      </p:pic>
      <p:pic>
        <p:nvPicPr>
          <p:cNvPr id="36" name="Picture 35">
            <a:extLst>
              <a:ext uri="{FF2B5EF4-FFF2-40B4-BE49-F238E27FC236}">
                <a16:creationId xmlns:a16="http://schemas.microsoft.com/office/drawing/2014/main" id="{1C12D0AC-DFF0-9A20-96B9-F1F84C80D8EE}"/>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100000"/>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rot="5400000">
            <a:off x="9187141" y="336056"/>
            <a:ext cx="245163" cy="245163"/>
          </a:xfrm>
          <a:prstGeom prst="rect">
            <a:avLst/>
          </a:prstGeom>
        </p:spPr>
      </p:pic>
      <p:sp>
        <p:nvSpPr>
          <p:cNvPr id="38" name="TextBox 37">
            <a:extLst>
              <a:ext uri="{FF2B5EF4-FFF2-40B4-BE49-F238E27FC236}">
                <a16:creationId xmlns:a16="http://schemas.microsoft.com/office/drawing/2014/main" id="{5EFC3661-99A5-9750-FE36-9A5D72C4650E}"/>
              </a:ext>
            </a:extLst>
          </p:cNvPr>
          <p:cNvSpPr txBox="1"/>
          <p:nvPr/>
        </p:nvSpPr>
        <p:spPr>
          <a:xfrm>
            <a:off x="208344" y="247273"/>
            <a:ext cx="2839656" cy="400110"/>
          </a:xfrm>
          <a:prstGeom prst="rect">
            <a:avLst/>
          </a:prstGeom>
          <a:noFill/>
        </p:spPr>
        <p:txBody>
          <a:bodyPr wrap="square" rtlCol="0">
            <a:spAutoFit/>
          </a:bodyPr>
          <a:lstStyle/>
          <a:p>
            <a:r>
              <a:rPr lang="en-PH" sz="2000" b="1" dirty="0">
                <a:solidFill>
                  <a:schemeClr val="bg2">
                    <a:lumMod val="75000"/>
                  </a:schemeClr>
                </a:solidFill>
                <a:latin typeface="HelveticaNowDisplay Bold" panose="020B0804030202020204" pitchFamily="34" charset="0"/>
                <a:cs typeface="HelveticaNowDisplay Bold" panose="020B0804030202020204" pitchFamily="34" charset="0"/>
              </a:rPr>
              <a:t>Problem Statement</a:t>
            </a:r>
          </a:p>
        </p:txBody>
      </p:sp>
      <p:sp>
        <p:nvSpPr>
          <p:cNvPr id="39" name="TextBox 38">
            <a:extLst>
              <a:ext uri="{FF2B5EF4-FFF2-40B4-BE49-F238E27FC236}">
                <a16:creationId xmlns:a16="http://schemas.microsoft.com/office/drawing/2014/main" id="{F039C410-E009-60FD-F654-6E5A4ECF4FC1}"/>
              </a:ext>
            </a:extLst>
          </p:cNvPr>
          <p:cNvSpPr txBox="1"/>
          <p:nvPr/>
        </p:nvSpPr>
        <p:spPr>
          <a:xfrm>
            <a:off x="2759696" y="258582"/>
            <a:ext cx="1802144" cy="400110"/>
          </a:xfrm>
          <a:prstGeom prst="rect">
            <a:avLst/>
          </a:prstGeom>
          <a:noFill/>
          <a:effectLst>
            <a:outerShdw blurRad="50800" dist="38100" dir="5400000" algn="t" rotWithShape="0">
              <a:prstClr val="black">
                <a:alpha val="40000"/>
              </a:prstClr>
            </a:outerShdw>
          </a:effectLst>
        </p:spPr>
        <p:txBody>
          <a:bodyPr wrap="square" rtlCol="0">
            <a:spAutoFit/>
          </a:bodyPr>
          <a:lstStyle/>
          <a:p>
            <a:r>
              <a:rPr lang="en-PH" sz="2000" dirty="0">
                <a:solidFill>
                  <a:schemeClr val="bg1"/>
                </a:solidFill>
                <a:latin typeface="Arial" panose="020B0604020202020204" pitchFamily="34" charset="0"/>
                <a:cs typeface="Arial" panose="020B0604020202020204" pitchFamily="34" charset="0"/>
              </a:rPr>
              <a:t>Proposed App</a:t>
            </a:r>
          </a:p>
        </p:txBody>
      </p:sp>
      <p:grpSp>
        <p:nvGrpSpPr>
          <p:cNvPr id="8" name="Group 7">
            <a:extLst>
              <a:ext uri="{FF2B5EF4-FFF2-40B4-BE49-F238E27FC236}">
                <a16:creationId xmlns:a16="http://schemas.microsoft.com/office/drawing/2014/main" id="{10F65413-3EC3-DBE3-CF39-3795B750FAF3}"/>
              </a:ext>
            </a:extLst>
          </p:cNvPr>
          <p:cNvGrpSpPr/>
          <p:nvPr/>
        </p:nvGrpSpPr>
        <p:grpSpPr>
          <a:xfrm>
            <a:off x="319076" y="5925434"/>
            <a:ext cx="2245936" cy="794750"/>
            <a:chOff x="319076" y="5925434"/>
            <a:chExt cx="2245936" cy="794750"/>
          </a:xfrm>
        </p:grpSpPr>
        <p:pic>
          <p:nvPicPr>
            <p:cNvPr id="6" name="Picture 5">
              <a:extLst>
                <a:ext uri="{FF2B5EF4-FFF2-40B4-BE49-F238E27FC236}">
                  <a16:creationId xmlns:a16="http://schemas.microsoft.com/office/drawing/2014/main" id="{21E84276-57AC-0B70-1F4F-F6D547089A1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19076" y="5925434"/>
              <a:ext cx="635800" cy="794750"/>
            </a:xfrm>
            <a:prstGeom prst="rect">
              <a:avLst/>
            </a:prstGeom>
          </p:spPr>
        </p:pic>
        <p:sp>
          <p:nvSpPr>
            <p:cNvPr id="7" name="TextBox 6">
              <a:extLst>
                <a:ext uri="{FF2B5EF4-FFF2-40B4-BE49-F238E27FC236}">
                  <a16:creationId xmlns:a16="http://schemas.microsoft.com/office/drawing/2014/main" id="{F177B978-3971-F9BD-081E-BCB06AE9CC1D}"/>
                </a:ext>
              </a:extLst>
            </p:cNvPr>
            <p:cNvSpPr txBox="1"/>
            <p:nvPr/>
          </p:nvSpPr>
          <p:spPr>
            <a:xfrm>
              <a:off x="861025" y="6098086"/>
              <a:ext cx="1703987" cy="369332"/>
            </a:xfrm>
            <a:prstGeom prst="rect">
              <a:avLst/>
            </a:prstGeom>
            <a:noFill/>
          </p:spPr>
          <p:txBody>
            <a:bodyPr wrap="square" rtlCol="0">
              <a:spAutoFit/>
            </a:bodyPr>
            <a:lstStyle/>
            <a:p>
              <a:r>
                <a:rPr lang="en-PH" b="1" dirty="0">
                  <a:solidFill>
                    <a:schemeClr val="bg1"/>
                  </a:solidFill>
                  <a:latin typeface="HelveticaNowDisplay Bold" panose="020B0804030202020204" pitchFamily="34" charset="0"/>
                  <a:cs typeface="HelveticaNowDisplay Bold" panose="020B0804030202020204" pitchFamily="34" charset="0"/>
                </a:rPr>
                <a:t>Exit</a:t>
              </a:r>
            </a:p>
          </p:txBody>
        </p:sp>
      </p:grpSp>
      <p:sp>
        <p:nvSpPr>
          <p:cNvPr id="2" name="TextBox 1">
            <a:extLst>
              <a:ext uri="{FF2B5EF4-FFF2-40B4-BE49-F238E27FC236}">
                <a16:creationId xmlns:a16="http://schemas.microsoft.com/office/drawing/2014/main" id="{4FE292FB-57B2-1FEC-B19E-B6F93190529A}"/>
              </a:ext>
            </a:extLst>
          </p:cNvPr>
          <p:cNvSpPr txBox="1"/>
          <p:nvPr/>
        </p:nvSpPr>
        <p:spPr>
          <a:xfrm>
            <a:off x="208344" y="938479"/>
            <a:ext cx="11221656" cy="1323439"/>
          </a:xfrm>
          <a:prstGeom prst="rect">
            <a:avLst/>
          </a:prstGeom>
          <a:noFill/>
        </p:spPr>
        <p:txBody>
          <a:bodyPr wrap="square" rtlCol="0">
            <a:spAutoFit/>
          </a:bodyPr>
          <a:lstStyle/>
          <a:p>
            <a:r>
              <a:rPr lang="en-US" sz="2000" i="1" dirty="0">
                <a:solidFill>
                  <a:schemeClr val="bg1"/>
                </a:solidFill>
              </a:rPr>
              <a:t>Between the Lines</a:t>
            </a:r>
            <a:r>
              <a:rPr lang="en-US" sz="2000" dirty="0">
                <a:solidFill>
                  <a:schemeClr val="bg1"/>
                </a:solidFill>
              </a:rPr>
              <a:t> is a quest-based detective game designed to enhance critical thinking in 10-year-old Filipino learners. Players explore a virtual levels, solve puzzles, and interpret clues either mentioned “between the lines” of dialogue or via clues hidden within the level to complete challenges, training them to analyze, reason, and make informed decisions.</a:t>
            </a:r>
            <a:endParaRPr lang="en-PH" sz="2000" b="1" dirty="0">
              <a:solidFill>
                <a:schemeClr val="bg1"/>
              </a:solidFill>
              <a:latin typeface="HelveticaNowDisplay Bold" panose="020B0804030202020204" pitchFamily="34" charset="0"/>
              <a:cs typeface="HelveticaNowDisplay Bold" panose="020B0804030202020204" pitchFamily="34" charset="0"/>
            </a:endParaRPr>
          </a:p>
        </p:txBody>
      </p:sp>
      <p:pic>
        <p:nvPicPr>
          <p:cNvPr id="14" name="Picture 13">
            <a:extLst>
              <a:ext uri="{FF2B5EF4-FFF2-40B4-BE49-F238E27FC236}">
                <a16:creationId xmlns:a16="http://schemas.microsoft.com/office/drawing/2014/main" id="{962BD46A-70FB-4471-83D9-4DA44F117B52}"/>
              </a:ext>
            </a:extLst>
          </p:cNvPr>
          <p:cNvPicPr>
            <a:picLocks noChangeAspect="1"/>
          </p:cNvPicPr>
          <p:nvPr/>
        </p:nvPicPr>
        <p:blipFill>
          <a:blip r:embed="rId10"/>
          <a:stretch>
            <a:fillRect/>
          </a:stretch>
        </p:blipFill>
        <p:spPr>
          <a:xfrm>
            <a:off x="4561840" y="3615274"/>
            <a:ext cx="2915920" cy="2304246"/>
          </a:xfrm>
          <a:prstGeom prst="rect">
            <a:avLst/>
          </a:prstGeom>
        </p:spPr>
      </p:pic>
      <p:pic>
        <p:nvPicPr>
          <p:cNvPr id="15" name="Picture 14">
            <a:extLst>
              <a:ext uri="{FF2B5EF4-FFF2-40B4-BE49-F238E27FC236}">
                <a16:creationId xmlns:a16="http://schemas.microsoft.com/office/drawing/2014/main" id="{08B1FF65-1D82-A834-FA6C-A628A3A2E4F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919404" y="4013675"/>
            <a:ext cx="2104792" cy="1507445"/>
          </a:xfrm>
          <a:prstGeom prst="rect">
            <a:avLst/>
          </a:prstGeom>
        </p:spPr>
      </p:pic>
      <p:pic>
        <p:nvPicPr>
          <p:cNvPr id="10" name="Picture 9">
            <a:extLst>
              <a:ext uri="{FF2B5EF4-FFF2-40B4-BE49-F238E27FC236}">
                <a16:creationId xmlns:a16="http://schemas.microsoft.com/office/drawing/2014/main" id="{820B989C-0EE5-FB17-63EC-0DBB986B4408}"/>
              </a:ext>
            </a:extLst>
          </p:cNvPr>
          <p:cNvPicPr>
            <a:picLocks noChangeAspect="1"/>
          </p:cNvPicPr>
          <p:nvPr/>
        </p:nvPicPr>
        <p:blipFill>
          <a:blip r:embed="rId12"/>
          <a:stretch>
            <a:fillRect/>
          </a:stretch>
        </p:blipFill>
        <p:spPr>
          <a:xfrm>
            <a:off x="7899929" y="4105115"/>
            <a:ext cx="2076583" cy="1504441"/>
          </a:xfrm>
          <a:prstGeom prst="rect">
            <a:avLst/>
          </a:prstGeom>
        </p:spPr>
      </p:pic>
    </p:spTree>
    <p:extLst>
      <p:ext uri="{BB962C8B-B14F-4D97-AF65-F5344CB8AC3E}">
        <p14:creationId xmlns:p14="http://schemas.microsoft.com/office/powerpoint/2010/main" val="5037825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rgbClr val="00B8FF"/>
            </a:gs>
            <a:gs pos="100000">
              <a:srgbClr val="002BFF"/>
            </a:gs>
          </a:gsLst>
          <a:lin ang="5400000" scaled="1"/>
        </a:gradFill>
        <a:effectLst/>
      </p:bgPr>
    </p:bg>
    <p:spTree>
      <p:nvGrpSpPr>
        <p:cNvPr id="1" name="">
          <a:extLst>
            <a:ext uri="{FF2B5EF4-FFF2-40B4-BE49-F238E27FC236}">
              <a16:creationId xmlns:a16="http://schemas.microsoft.com/office/drawing/2014/main" id="{36A7D99C-6E0F-CC35-DC17-213A77B6BA84}"/>
            </a:ext>
          </a:extLst>
        </p:cNvPr>
        <p:cNvGrpSpPr/>
        <p:nvPr/>
      </p:nvGrpSpPr>
      <p:grpSpPr>
        <a:xfrm>
          <a:off x="0" y="0"/>
          <a:ext cx="0" cy="0"/>
          <a:chOff x="0" y="0"/>
          <a:chExt cx="0" cy="0"/>
        </a:xfrm>
      </p:grpSpPr>
      <p:sp>
        <p:nvSpPr>
          <p:cNvPr id="4" name="AutoShape 2" descr="Обои по теме Sony Playstation">
            <a:extLst>
              <a:ext uri="{FF2B5EF4-FFF2-40B4-BE49-F238E27FC236}">
                <a16:creationId xmlns:a16="http://schemas.microsoft.com/office/drawing/2014/main" id="{2137A492-696F-4AC7-0B60-1477C68B4E9A}"/>
              </a:ext>
            </a:extLst>
          </p:cNvPr>
          <p:cNvSpPr>
            <a:spLocks noChangeAspect="1" noChangeArrowheads="1"/>
          </p:cNvSpPr>
          <p:nvPr/>
        </p:nvSpPr>
        <p:spPr bwMode="auto">
          <a:xfrm>
            <a:off x="5943600" y="3276600"/>
            <a:ext cx="4937760" cy="4937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3" name="Picture 2">
            <a:extLst>
              <a:ext uri="{FF2B5EF4-FFF2-40B4-BE49-F238E27FC236}">
                <a16:creationId xmlns:a16="http://schemas.microsoft.com/office/drawing/2014/main" id="{B7A4B83B-68F0-6EBC-BB66-69987EF6362B}"/>
              </a:ext>
            </a:extLst>
          </p:cNvPr>
          <p:cNvPicPr>
            <a:picLocks noChangeAspect="1"/>
          </p:cNvPicPr>
          <p:nvPr/>
        </p:nvPicPr>
        <p:blipFill>
          <a:blip r:embed="rId2">
            <a:alphaModFix amt="81000"/>
            <a:extLst>
              <a:ext uri="{BEBA8EAE-BF5A-486C-A8C5-ECC9F3942E4B}">
                <a14:imgProps xmlns:a14="http://schemas.microsoft.com/office/drawing/2010/main">
                  <a14:imgLayer r:embed="rId3">
                    <a14:imgEffect>
                      <a14:brightnessContrast bright="-58000"/>
                    </a14:imgEffect>
                  </a14:imgLayer>
                </a14:imgProps>
              </a:ex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27" name="Picture 26">
            <a:extLst>
              <a:ext uri="{FF2B5EF4-FFF2-40B4-BE49-F238E27FC236}">
                <a16:creationId xmlns:a16="http://schemas.microsoft.com/office/drawing/2014/main" id="{FA08365F-B718-E9C9-28BF-0B013A532E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42220" y="-14303"/>
            <a:ext cx="739140" cy="923925"/>
          </a:xfrm>
          <a:prstGeom prst="rect">
            <a:avLst/>
          </a:prstGeom>
        </p:spPr>
      </p:pic>
      <p:cxnSp>
        <p:nvCxnSpPr>
          <p:cNvPr id="31" name="Straight Connector 30">
            <a:extLst>
              <a:ext uri="{FF2B5EF4-FFF2-40B4-BE49-F238E27FC236}">
                <a16:creationId xmlns:a16="http://schemas.microsoft.com/office/drawing/2014/main" id="{DF88CF36-FAE7-D69F-5913-330E5EF65404}"/>
              </a:ext>
            </a:extLst>
          </p:cNvPr>
          <p:cNvCxnSpPr/>
          <p:nvPr/>
        </p:nvCxnSpPr>
        <p:spPr>
          <a:xfrm>
            <a:off x="208344" y="801680"/>
            <a:ext cx="11725155" cy="0"/>
          </a:xfrm>
          <a:prstGeom prst="line">
            <a:avLst/>
          </a:prstGeom>
          <a:ln>
            <a:solidFill>
              <a:srgbClr val="F0F8FD"/>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8CB9C6C0-3233-7261-5315-0FBA12D83584}"/>
              </a:ext>
            </a:extLst>
          </p:cNvPr>
          <p:cNvSpPr txBox="1"/>
          <p:nvPr/>
        </p:nvSpPr>
        <p:spPr>
          <a:xfrm>
            <a:off x="10962640" y="293772"/>
            <a:ext cx="965200" cy="307777"/>
          </a:xfrm>
          <a:prstGeom prst="rect">
            <a:avLst/>
          </a:prstGeom>
          <a:noFill/>
        </p:spPr>
        <p:txBody>
          <a:bodyPr wrap="square" rtlCol="0">
            <a:spAutoFit/>
          </a:bodyPr>
          <a:lstStyle/>
          <a:p>
            <a:r>
              <a:rPr lang="en-PH" sz="1400" b="1" dirty="0">
                <a:solidFill>
                  <a:schemeClr val="bg1"/>
                </a:solidFill>
                <a:latin typeface="HelveticaNowDisplay Bold" panose="020B0804030202020204" pitchFamily="34" charset="0"/>
                <a:cs typeface="HelveticaNowDisplay Bold" panose="020B0804030202020204" pitchFamily="34" charset="0"/>
              </a:rPr>
              <a:t>10:45 AM</a:t>
            </a:r>
          </a:p>
        </p:txBody>
      </p:sp>
      <p:pic>
        <p:nvPicPr>
          <p:cNvPr id="34" name="Picture 33">
            <a:extLst>
              <a:ext uri="{FF2B5EF4-FFF2-40B4-BE49-F238E27FC236}">
                <a16:creationId xmlns:a16="http://schemas.microsoft.com/office/drawing/2014/main" id="{0BE954E8-BB34-3955-B81F-011D81E1A8C1}"/>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731349" y="336057"/>
            <a:ext cx="245163" cy="245163"/>
          </a:xfrm>
          <a:prstGeom prst="rect">
            <a:avLst/>
          </a:prstGeom>
        </p:spPr>
      </p:pic>
      <p:pic>
        <p:nvPicPr>
          <p:cNvPr id="36" name="Picture 35">
            <a:extLst>
              <a:ext uri="{FF2B5EF4-FFF2-40B4-BE49-F238E27FC236}">
                <a16:creationId xmlns:a16="http://schemas.microsoft.com/office/drawing/2014/main" id="{B1C158D3-B7E8-8571-55BA-62795A987FC7}"/>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100000"/>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rot="5400000">
            <a:off x="9187141" y="336056"/>
            <a:ext cx="245163" cy="245163"/>
          </a:xfrm>
          <a:prstGeom prst="rect">
            <a:avLst/>
          </a:prstGeom>
        </p:spPr>
      </p:pic>
      <p:sp>
        <p:nvSpPr>
          <p:cNvPr id="38" name="TextBox 37">
            <a:extLst>
              <a:ext uri="{FF2B5EF4-FFF2-40B4-BE49-F238E27FC236}">
                <a16:creationId xmlns:a16="http://schemas.microsoft.com/office/drawing/2014/main" id="{E67AD2B4-8B15-342A-4039-0472C6BD8B97}"/>
              </a:ext>
            </a:extLst>
          </p:cNvPr>
          <p:cNvSpPr txBox="1"/>
          <p:nvPr/>
        </p:nvSpPr>
        <p:spPr>
          <a:xfrm>
            <a:off x="208344" y="247273"/>
            <a:ext cx="2839656" cy="400110"/>
          </a:xfrm>
          <a:prstGeom prst="rect">
            <a:avLst/>
          </a:prstGeom>
          <a:noFill/>
        </p:spPr>
        <p:txBody>
          <a:bodyPr wrap="square" rtlCol="0">
            <a:spAutoFit/>
          </a:bodyPr>
          <a:lstStyle/>
          <a:p>
            <a:r>
              <a:rPr lang="en-PH" sz="2000" b="1" dirty="0">
                <a:solidFill>
                  <a:schemeClr val="bg2">
                    <a:lumMod val="75000"/>
                  </a:schemeClr>
                </a:solidFill>
                <a:latin typeface="HelveticaNowDisplay Bold" panose="020B0804030202020204" pitchFamily="34" charset="0"/>
                <a:cs typeface="HelveticaNowDisplay Bold" panose="020B0804030202020204" pitchFamily="34" charset="0"/>
              </a:rPr>
              <a:t>Problem Statement</a:t>
            </a:r>
          </a:p>
        </p:txBody>
      </p:sp>
      <p:sp>
        <p:nvSpPr>
          <p:cNvPr id="39" name="TextBox 38">
            <a:extLst>
              <a:ext uri="{FF2B5EF4-FFF2-40B4-BE49-F238E27FC236}">
                <a16:creationId xmlns:a16="http://schemas.microsoft.com/office/drawing/2014/main" id="{1850CD4E-8638-81F0-3093-7F0F84F524A2}"/>
              </a:ext>
            </a:extLst>
          </p:cNvPr>
          <p:cNvSpPr txBox="1"/>
          <p:nvPr/>
        </p:nvSpPr>
        <p:spPr>
          <a:xfrm>
            <a:off x="2759696" y="258582"/>
            <a:ext cx="1802144" cy="400110"/>
          </a:xfrm>
          <a:prstGeom prst="rect">
            <a:avLst/>
          </a:prstGeom>
          <a:noFill/>
          <a:effectLst>
            <a:outerShdw blurRad="50800" dist="38100" dir="5400000" algn="t" rotWithShape="0">
              <a:prstClr val="black">
                <a:alpha val="40000"/>
              </a:prstClr>
            </a:outerShdw>
          </a:effectLst>
        </p:spPr>
        <p:txBody>
          <a:bodyPr wrap="square" rtlCol="0">
            <a:spAutoFit/>
          </a:bodyPr>
          <a:lstStyle/>
          <a:p>
            <a:r>
              <a:rPr lang="en-PH" sz="2000" dirty="0">
                <a:solidFill>
                  <a:schemeClr val="bg1"/>
                </a:solidFill>
                <a:latin typeface="Arial" panose="020B0604020202020204" pitchFamily="34" charset="0"/>
                <a:cs typeface="Arial" panose="020B0604020202020204" pitchFamily="34" charset="0"/>
              </a:rPr>
              <a:t>Proposed App</a:t>
            </a:r>
          </a:p>
        </p:txBody>
      </p:sp>
      <p:grpSp>
        <p:nvGrpSpPr>
          <p:cNvPr id="8" name="Group 7">
            <a:extLst>
              <a:ext uri="{FF2B5EF4-FFF2-40B4-BE49-F238E27FC236}">
                <a16:creationId xmlns:a16="http://schemas.microsoft.com/office/drawing/2014/main" id="{D7444923-CAB0-1656-3CEA-362FBB3CDF92}"/>
              </a:ext>
            </a:extLst>
          </p:cNvPr>
          <p:cNvGrpSpPr/>
          <p:nvPr/>
        </p:nvGrpSpPr>
        <p:grpSpPr>
          <a:xfrm>
            <a:off x="319076" y="5925434"/>
            <a:ext cx="2245936" cy="794750"/>
            <a:chOff x="319076" y="5925434"/>
            <a:chExt cx="2245936" cy="794750"/>
          </a:xfrm>
        </p:grpSpPr>
        <p:pic>
          <p:nvPicPr>
            <p:cNvPr id="6" name="Picture 5">
              <a:extLst>
                <a:ext uri="{FF2B5EF4-FFF2-40B4-BE49-F238E27FC236}">
                  <a16:creationId xmlns:a16="http://schemas.microsoft.com/office/drawing/2014/main" id="{10B4FC32-8FB0-EA19-E78C-BC376BAD56C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19076" y="5925434"/>
              <a:ext cx="635800" cy="794750"/>
            </a:xfrm>
            <a:prstGeom prst="rect">
              <a:avLst/>
            </a:prstGeom>
          </p:spPr>
        </p:pic>
        <p:sp>
          <p:nvSpPr>
            <p:cNvPr id="7" name="TextBox 6">
              <a:extLst>
                <a:ext uri="{FF2B5EF4-FFF2-40B4-BE49-F238E27FC236}">
                  <a16:creationId xmlns:a16="http://schemas.microsoft.com/office/drawing/2014/main" id="{4503EDB0-3211-35DB-C138-0438588709A7}"/>
                </a:ext>
              </a:extLst>
            </p:cNvPr>
            <p:cNvSpPr txBox="1"/>
            <p:nvPr/>
          </p:nvSpPr>
          <p:spPr>
            <a:xfrm>
              <a:off x="861025" y="6098086"/>
              <a:ext cx="1703987" cy="369332"/>
            </a:xfrm>
            <a:prstGeom prst="rect">
              <a:avLst/>
            </a:prstGeom>
            <a:noFill/>
          </p:spPr>
          <p:txBody>
            <a:bodyPr wrap="square" rtlCol="0">
              <a:spAutoFit/>
            </a:bodyPr>
            <a:lstStyle/>
            <a:p>
              <a:r>
                <a:rPr lang="en-PH" b="1" dirty="0">
                  <a:solidFill>
                    <a:schemeClr val="bg1"/>
                  </a:solidFill>
                  <a:latin typeface="HelveticaNowDisplay Bold" panose="020B0804030202020204" pitchFamily="34" charset="0"/>
                  <a:cs typeface="HelveticaNowDisplay Bold" panose="020B0804030202020204" pitchFamily="34" charset="0"/>
                </a:rPr>
                <a:t>Exit</a:t>
              </a:r>
            </a:p>
          </p:txBody>
        </p:sp>
      </p:grpSp>
      <p:sp>
        <p:nvSpPr>
          <p:cNvPr id="2" name="TextBox 1">
            <a:extLst>
              <a:ext uri="{FF2B5EF4-FFF2-40B4-BE49-F238E27FC236}">
                <a16:creationId xmlns:a16="http://schemas.microsoft.com/office/drawing/2014/main" id="{BC8B12E0-1E4A-991D-BCAC-17AE81C9C422}"/>
              </a:ext>
            </a:extLst>
          </p:cNvPr>
          <p:cNvSpPr txBox="1"/>
          <p:nvPr/>
        </p:nvSpPr>
        <p:spPr>
          <a:xfrm>
            <a:off x="208344" y="938479"/>
            <a:ext cx="11221656" cy="2554545"/>
          </a:xfrm>
          <a:prstGeom prst="rect">
            <a:avLst/>
          </a:prstGeom>
          <a:noFill/>
        </p:spPr>
        <p:txBody>
          <a:bodyPr wrap="square" rtlCol="0">
            <a:spAutoFit/>
          </a:bodyPr>
          <a:lstStyle/>
          <a:p>
            <a:r>
              <a:rPr lang="en-US" sz="2000" i="1" dirty="0">
                <a:solidFill>
                  <a:schemeClr val="bg1"/>
                </a:solidFill>
              </a:rPr>
              <a:t>Between the Lines</a:t>
            </a:r>
            <a:r>
              <a:rPr lang="en-US" sz="2000" dirty="0">
                <a:solidFill>
                  <a:schemeClr val="bg1"/>
                </a:solidFill>
              </a:rPr>
              <a:t> is a quest-based detective game designed to enhance critical thinking in 10-year-old Filipino learners. Players explore a virtual levels, solve puzzles, and interpret clues either mentioned “between the lines” of dialogue or via clues hidden within the level to complete challenges, training them to analyze, reason, and make informed decisions. The game incorporates HCI principles such as consistency (uniform design and controls across levels), feedback (immediate visual and audio responses for actions), affordance (intuitive objects and interactive elements), visibility (clear presentation of important clues), and user control (allowing learners to explore at their own pace)</a:t>
            </a:r>
            <a:endParaRPr lang="en-PH" sz="2000" dirty="0">
              <a:solidFill>
                <a:schemeClr val="bg1"/>
              </a:solidFill>
              <a:latin typeface="HelveticaNowDisplay Bold" panose="020B0804030202020204" pitchFamily="34" charset="0"/>
              <a:cs typeface="HelveticaNowDisplay Bold" panose="020B0804030202020204" pitchFamily="34" charset="0"/>
            </a:endParaRPr>
          </a:p>
        </p:txBody>
      </p:sp>
      <p:pic>
        <p:nvPicPr>
          <p:cNvPr id="14" name="Picture 13">
            <a:extLst>
              <a:ext uri="{FF2B5EF4-FFF2-40B4-BE49-F238E27FC236}">
                <a16:creationId xmlns:a16="http://schemas.microsoft.com/office/drawing/2014/main" id="{18988DEF-4CD9-5A20-014D-9A1D06961174}"/>
              </a:ext>
            </a:extLst>
          </p:cNvPr>
          <p:cNvPicPr>
            <a:picLocks noChangeAspect="1"/>
          </p:cNvPicPr>
          <p:nvPr/>
        </p:nvPicPr>
        <p:blipFill>
          <a:blip r:embed="rId10"/>
          <a:stretch>
            <a:fillRect/>
          </a:stretch>
        </p:blipFill>
        <p:spPr>
          <a:xfrm>
            <a:off x="1919404" y="4013675"/>
            <a:ext cx="2104792" cy="1521748"/>
          </a:xfrm>
          <a:prstGeom prst="rect">
            <a:avLst/>
          </a:prstGeom>
        </p:spPr>
      </p:pic>
      <p:pic>
        <p:nvPicPr>
          <p:cNvPr id="10" name="Picture 9">
            <a:extLst>
              <a:ext uri="{FF2B5EF4-FFF2-40B4-BE49-F238E27FC236}">
                <a16:creationId xmlns:a16="http://schemas.microsoft.com/office/drawing/2014/main" id="{913D5A3E-5187-15AD-10B2-065FAFDAB15A}"/>
              </a:ext>
            </a:extLst>
          </p:cNvPr>
          <p:cNvPicPr>
            <a:picLocks noChangeAspect="1"/>
          </p:cNvPicPr>
          <p:nvPr/>
        </p:nvPicPr>
        <p:blipFill>
          <a:blip r:embed="rId11"/>
          <a:stretch>
            <a:fillRect/>
          </a:stretch>
        </p:blipFill>
        <p:spPr>
          <a:xfrm>
            <a:off x="4561840" y="3615274"/>
            <a:ext cx="2915920" cy="2304245"/>
          </a:xfrm>
          <a:prstGeom prst="rect">
            <a:avLst/>
          </a:prstGeom>
        </p:spPr>
      </p:pic>
    </p:spTree>
    <p:extLst>
      <p:ext uri="{BB962C8B-B14F-4D97-AF65-F5344CB8AC3E}">
        <p14:creationId xmlns:p14="http://schemas.microsoft.com/office/powerpoint/2010/main" val="16206296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rgbClr val="00B8FF"/>
            </a:gs>
            <a:gs pos="100000">
              <a:srgbClr val="002BFF"/>
            </a:gs>
          </a:gsLst>
          <a:lin ang="5400000" scaled="1"/>
        </a:gradFill>
        <a:effectLst/>
      </p:bgPr>
    </p:bg>
    <p:spTree>
      <p:nvGrpSpPr>
        <p:cNvPr id="1" name="">
          <a:extLst>
            <a:ext uri="{FF2B5EF4-FFF2-40B4-BE49-F238E27FC236}">
              <a16:creationId xmlns:a16="http://schemas.microsoft.com/office/drawing/2014/main" id="{F94617BE-8B76-A6BB-3CCF-3266A6EC6249}"/>
            </a:ext>
          </a:extLst>
        </p:cNvPr>
        <p:cNvGrpSpPr/>
        <p:nvPr/>
      </p:nvGrpSpPr>
      <p:grpSpPr>
        <a:xfrm>
          <a:off x="0" y="0"/>
          <a:ext cx="0" cy="0"/>
          <a:chOff x="0" y="0"/>
          <a:chExt cx="0" cy="0"/>
        </a:xfrm>
      </p:grpSpPr>
      <p:sp>
        <p:nvSpPr>
          <p:cNvPr id="4" name="AutoShape 2" descr="Обои по теме Sony Playstation">
            <a:extLst>
              <a:ext uri="{FF2B5EF4-FFF2-40B4-BE49-F238E27FC236}">
                <a16:creationId xmlns:a16="http://schemas.microsoft.com/office/drawing/2014/main" id="{AFBE3794-0995-2F84-2E5D-6DF3F97DBC5E}"/>
              </a:ext>
            </a:extLst>
          </p:cNvPr>
          <p:cNvSpPr>
            <a:spLocks noChangeAspect="1" noChangeArrowheads="1"/>
          </p:cNvSpPr>
          <p:nvPr/>
        </p:nvSpPr>
        <p:spPr bwMode="auto">
          <a:xfrm>
            <a:off x="5943600" y="3276600"/>
            <a:ext cx="4937760" cy="4937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27" name="Picture 26">
            <a:extLst>
              <a:ext uri="{FF2B5EF4-FFF2-40B4-BE49-F238E27FC236}">
                <a16:creationId xmlns:a16="http://schemas.microsoft.com/office/drawing/2014/main" id="{0B9FC346-E207-1B6F-64CF-BE970E3352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2220" y="-14303"/>
            <a:ext cx="739140" cy="923925"/>
          </a:xfrm>
          <a:prstGeom prst="rect">
            <a:avLst/>
          </a:prstGeom>
        </p:spPr>
      </p:pic>
      <p:cxnSp>
        <p:nvCxnSpPr>
          <p:cNvPr id="31" name="Straight Connector 30">
            <a:extLst>
              <a:ext uri="{FF2B5EF4-FFF2-40B4-BE49-F238E27FC236}">
                <a16:creationId xmlns:a16="http://schemas.microsoft.com/office/drawing/2014/main" id="{C855306B-9494-CCC6-FAEE-14285FAC0918}"/>
              </a:ext>
            </a:extLst>
          </p:cNvPr>
          <p:cNvCxnSpPr/>
          <p:nvPr/>
        </p:nvCxnSpPr>
        <p:spPr>
          <a:xfrm>
            <a:off x="208344" y="801680"/>
            <a:ext cx="11725155" cy="0"/>
          </a:xfrm>
          <a:prstGeom prst="line">
            <a:avLst/>
          </a:prstGeom>
          <a:ln>
            <a:solidFill>
              <a:srgbClr val="F0F8FD"/>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1B28826C-4CDE-79FD-9268-511A25216F13}"/>
              </a:ext>
            </a:extLst>
          </p:cNvPr>
          <p:cNvSpPr txBox="1"/>
          <p:nvPr/>
        </p:nvSpPr>
        <p:spPr>
          <a:xfrm>
            <a:off x="10962640" y="293772"/>
            <a:ext cx="965200" cy="307777"/>
          </a:xfrm>
          <a:prstGeom prst="rect">
            <a:avLst/>
          </a:prstGeom>
          <a:noFill/>
        </p:spPr>
        <p:txBody>
          <a:bodyPr wrap="square" rtlCol="0">
            <a:spAutoFit/>
          </a:bodyPr>
          <a:lstStyle/>
          <a:p>
            <a:r>
              <a:rPr lang="en-PH" sz="1400" b="1" dirty="0">
                <a:solidFill>
                  <a:schemeClr val="bg1"/>
                </a:solidFill>
                <a:latin typeface="HelveticaNowDisplay Bold" panose="020B0804030202020204" pitchFamily="34" charset="0"/>
                <a:cs typeface="HelveticaNowDisplay Bold" panose="020B0804030202020204" pitchFamily="34" charset="0"/>
              </a:rPr>
              <a:t>10:45 AM</a:t>
            </a:r>
          </a:p>
        </p:txBody>
      </p:sp>
      <p:pic>
        <p:nvPicPr>
          <p:cNvPr id="34" name="Picture 33">
            <a:extLst>
              <a:ext uri="{FF2B5EF4-FFF2-40B4-BE49-F238E27FC236}">
                <a16:creationId xmlns:a16="http://schemas.microsoft.com/office/drawing/2014/main" id="{9D585912-1BA6-EFA9-A9B8-EB6385B2C3B5}"/>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731349" y="336057"/>
            <a:ext cx="245163" cy="245163"/>
          </a:xfrm>
          <a:prstGeom prst="rect">
            <a:avLst/>
          </a:prstGeom>
        </p:spPr>
      </p:pic>
      <p:pic>
        <p:nvPicPr>
          <p:cNvPr id="36" name="Picture 35">
            <a:extLst>
              <a:ext uri="{FF2B5EF4-FFF2-40B4-BE49-F238E27FC236}">
                <a16:creationId xmlns:a16="http://schemas.microsoft.com/office/drawing/2014/main" id="{D313782E-9A35-D0B9-41DA-6AEFD2A9C9C6}"/>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100000"/>
                    </a14:imgEffect>
                    <a14:imgEffect>
                      <a14:brightnessContrast bright="100000"/>
                    </a14:imgEffect>
                  </a14:imgLayer>
                </a14:imgProps>
              </a:ext>
              <a:ext uri="{28A0092B-C50C-407E-A947-70E740481C1C}">
                <a14:useLocalDpi xmlns:a14="http://schemas.microsoft.com/office/drawing/2010/main" val="0"/>
              </a:ext>
            </a:extLst>
          </a:blip>
          <a:stretch>
            <a:fillRect/>
          </a:stretch>
        </p:blipFill>
        <p:spPr>
          <a:xfrm rot="5400000">
            <a:off x="9187141" y="336056"/>
            <a:ext cx="245163" cy="245163"/>
          </a:xfrm>
          <a:prstGeom prst="rect">
            <a:avLst/>
          </a:prstGeom>
        </p:spPr>
      </p:pic>
      <p:sp>
        <p:nvSpPr>
          <p:cNvPr id="39" name="TextBox 38">
            <a:extLst>
              <a:ext uri="{FF2B5EF4-FFF2-40B4-BE49-F238E27FC236}">
                <a16:creationId xmlns:a16="http://schemas.microsoft.com/office/drawing/2014/main" id="{0A844935-E46C-909F-FA18-3BD8E7F4FDA6}"/>
              </a:ext>
            </a:extLst>
          </p:cNvPr>
          <p:cNvSpPr txBox="1"/>
          <p:nvPr/>
        </p:nvSpPr>
        <p:spPr>
          <a:xfrm>
            <a:off x="208344" y="264772"/>
            <a:ext cx="1802144" cy="400110"/>
          </a:xfrm>
          <a:prstGeom prst="rect">
            <a:avLst/>
          </a:prstGeom>
          <a:noFill/>
          <a:effectLst>
            <a:outerShdw blurRad="50800" dist="38100" dir="5400000" algn="t" rotWithShape="0">
              <a:prstClr val="black">
                <a:alpha val="40000"/>
              </a:prstClr>
            </a:outerShdw>
          </a:effectLst>
        </p:spPr>
        <p:txBody>
          <a:bodyPr wrap="square" rtlCol="0">
            <a:spAutoFit/>
          </a:bodyPr>
          <a:lstStyle/>
          <a:p>
            <a:r>
              <a:rPr lang="en-PH" sz="2000" dirty="0">
                <a:solidFill>
                  <a:schemeClr val="bg1"/>
                </a:solidFill>
                <a:latin typeface="Arial" panose="020B0604020202020204" pitchFamily="34" charset="0"/>
                <a:cs typeface="Arial" panose="020B0604020202020204" pitchFamily="34" charset="0"/>
              </a:rPr>
              <a:t>References</a:t>
            </a:r>
          </a:p>
        </p:txBody>
      </p:sp>
      <p:grpSp>
        <p:nvGrpSpPr>
          <p:cNvPr id="8" name="Group 7">
            <a:extLst>
              <a:ext uri="{FF2B5EF4-FFF2-40B4-BE49-F238E27FC236}">
                <a16:creationId xmlns:a16="http://schemas.microsoft.com/office/drawing/2014/main" id="{80DBB7BC-68BA-BBC0-37D4-544F0B638AA5}"/>
              </a:ext>
            </a:extLst>
          </p:cNvPr>
          <p:cNvGrpSpPr/>
          <p:nvPr/>
        </p:nvGrpSpPr>
        <p:grpSpPr>
          <a:xfrm>
            <a:off x="319076" y="5925434"/>
            <a:ext cx="2245936" cy="794750"/>
            <a:chOff x="319076" y="5925434"/>
            <a:chExt cx="2245936" cy="794750"/>
          </a:xfrm>
        </p:grpSpPr>
        <p:pic>
          <p:nvPicPr>
            <p:cNvPr id="6" name="Picture 5">
              <a:extLst>
                <a:ext uri="{FF2B5EF4-FFF2-40B4-BE49-F238E27FC236}">
                  <a16:creationId xmlns:a16="http://schemas.microsoft.com/office/drawing/2014/main" id="{6451F78E-4E90-8AEC-8CA4-87F1171C78E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19076" y="5925434"/>
              <a:ext cx="635800" cy="794750"/>
            </a:xfrm>
            <a:prstGeom prst="rect">
              <a:avLst/>
            </a:prstGeom>
          </p:spPr>
        </p:pic>
        <p:sp>
          <p:nvSpPr>
            <p:cNvPr id="7" name="TextBox 6">
              <a:extLst>
                <a:ext uri="{FF2B5EF4-FFF2-40B4-BE49-F238E27FC236}">
                  <a16:creationId xmlns:a16="http://schemas.microsoft.com/office/drawing/2014/main" id="{2D0B1B6F-875C-096F-A281-CA63DE52D1C5}"/>
                </a:ext>
              </a:extLst>
            </p:cNvPr>
            <p:cNvSpPr txBox="1"/>
            <p:nvPr/>
          </p:nvSpPr>
          <p:spPr>
            <a:xfrm>
              <a:off x="861025" y="6098086"/>
              <a:ext cx="1703987" cy="369332"/>
            </a:xfrm>
            <a:prstGeom prst="rect">
              <a:avLst/>
            </a:prstGeom>
            <a:noFill/>
          </p:spPr>
          <p:txBody>
            <a:bodyPr wrap="square" rtlCol="0">
              <a:spAutoFit/>
            </a:bodyPr>
            <a:lstStyle/>
            <a:p>
              <a:r>
                <a:rPr lang="en-PH" b="1" dirty="0">
                  <a:solidFill>
                    <a:schemeClr val="bg1"/>
                  </a:solidFill>
                  <a:latin typeface="HelveticaNowDisplay Bold" panose="020B0804030202020204" pitchFamily="34" charset="0"/>
                  <a:cs typeface="HelveticaNowDisplay Bold" panose="020B0804030202020204" pitchFamily="34" charset="0"/>
                </a:rPr>
                <a:t>Exit</a:t>
              </a:r>
            </a:p>
          </p:txBody>
        </p:sp>
      </p:grpSp>
      <p:sp>
        <p:nvSpPr>
          <p:cNvPr id="2" name="TextBox 1">
            <a:extLst>
              <a:ext uri="{FF2B5EF4-FFF2-40B4-BE49-F238E27FC236}">
                <a16:creationId xmlns:a16="http://schemas.microsoft.com/office/drawing/2014/main" id="{98951B72-1EF5-F718-2337-B9903464D050}"/>
              </a:ext>
            </a:extLst>
          </p:cNvPr>
          <p:cNvSpPr txBox="1"/>
          <p:nvPr/>
        </p:nvSpPr>
        <p:spPr>
          <a:xfrm>
            <a:off x="208344" y="938479"/>
            <a:ext cx="11221656" cy="3477875"/>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Philippine Star. (2024, January 11). Explainer: With students’ poor literacy, are all teachers now “reading teachers”? https://www.philstar.com/headlines/2024/01/11/2325063/explainer-students-poor-literacy-are-all-teachers-now-reading-teachers </a:t>
            </a:r>
          </a:p>
          <a:p>
            <a:r>
              <a:rPr lang="en-US" sz="2000" dirty="0">
                <a:solidFill>
                  <a:schemeClr val="bg1"/>
                </a:solidFill>
                <a:latin typeface="Arial" panose="020B0604020202020204" pitchFamily="34" charset="0"/>
                <a:cs typeface="Arial" panose="020B0604020202020204" pitchFamily="34" charset="0"/>
              </a:rPr>
              <a:t>Philippine Star. (2025, December 17). New study: 7 in 10 students in the Philippines lack basic reading skills. https://www.philstar.com/headlines/2025/12/17/2494945/new-study-7-10-students-philippines-lack-basic-reading-skills/ </a:t>
            </a:r>
          </a:p>
          <a:p>
            <a:r>
              <a:rPr lang="en-US" sz="2000" dirty="0">
                <a:solidFill>
                  <a:schemeClr val="bg1"/>
                </a:solidFill>
                <a:latin typeface="Arial" panose="020B0604020202020204" pitchFamily="34" charset="0"/>
                <a:cs typeface="Arial" panose="020B0604020202020204" pitchFamily="34" charset="0"/>
              </a:rPr>
              <a:t>UNICEF Philippines. (2024). </a:t>
            </a:r>
            <a:r>
              <a:rPr lang="en-US" sz="2000" i="1" dirty="0">
                <a:solidFill>
                  <a:schemeClr val="bg1"/>
                </a:solidFill>
                <a:latin typeface="Arial" panose="020B0604020202020204" pitchFamily="34" charset="0"/>
                <a:cs typeface="Arial" panose="020B0604020202020204" pitchFamily="34" charset="0"/>
              </a:rPr>
              <a:t>SEA‑PLM 2024 learning outcomes: Mathematics and reading proficiency results for the Philippines.</a:t>
            </a:r>
            <a:r>
              <a:rPr lang="en-US" sz="2000" dirty="0">
                <a:solidFill>
                  <a:schemeClr val="bg1"/>
                </a:solidFill>
                <a:latin typeface="Arial" panose="020B0604020202020204" pitchFamily="34" charset="0"/>
                <a:cs typeface="Arial" panose="020B0604020202020204" pitchFamily="34" charset="0"/>
              </a:rPr>
              <a:t> </a:t>
            </a:r>
            <a:r>
              <a:rPr lang="en-US" sz="2000" dirty="0">
                <a:solidFill>
                  <a:schemeClr val="bg1"/>
                </a:solidFill>
                <a:latin typeface="Arial" panose="020B0604020202020204" pitchFamily="34" charset="0"/>
                <a:cs typeface="Arial" panose="020B0604020202020204" pitchFamily="34" charset="0"/>
                <a:hlinkClick r:id="rId8">
                  <a:extLst>
                    <a:ext uri="{A12FA001-AC4F-418D-AE19-62706E023703}">
                      <ahyp:hlinkClr xmlns:ahyp="http://schemas.microsoft.com/office/drawing/2018/hyperlinkcolor" val="tx"/>
                    </a:ext>
                  </a:extLst>
                </a:hlinkClick>
              </a:rPr>
              <a:t>https://www.mexc.co/news/250036</a:t>
            </a:r>
            <a:endParaRPr lang="en-US" sz="2000" dirty="0">
              <a:solidFill>
                <a:schemeClr val="bg1"/>
              </a:solidFill>
              <a:latin typeface="Arial" panose="020B0604020202020204" pitchFamily="34" charset="0"/>
              <a:cs typeface="Arial" panose="020B0604020202020204" pitchFamily="34" charset="0"/>
            </a:endParaRPr>
          </a:p>
          <a:p>
            <a:r>
              <a:rPr lang="en-US" sz="2000" dirty="0">
                <a:solidFill>
                  <a:schemeClr val="bg1"/>
                </a:solidFill>
                <a:latin typeface="Arial" panose="020B0604020202020204" pitchFamily="34" charset="0"/>
                <a:cs typeface="Arial" panose="020B0604020202020204" pitchFamily="34" charset="0"/>
              </a:rPr>
              <a:t>UNICEF. (2025). Latest SEA‑PLM 2024 reveals more learners in the Philippines reaching higher proficiency in math and reading, but disparities remain. https://www.unicef.org/philippines/press-releases/latest-sea-plm-2024-reveals-more-learners-philippines-reaching-higher-proficiency</a:t>
            </a:r>
            <a:endParaRPr lang="en-PH"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36396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283</TotalTime>
  <Words>1621</Words>
  <Application>Microsoft Office PowerPoint</Application>
  <PresentationFormat>Widescreen</PresentationFormat>
  <Paragraphs>121</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HelveticaNowDisplay Bold</vt:lpstr>
      <vt:lpstr>Aptos Display</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ROSS ANDREW BULAONG</dc:creator>
  <cp:lastModifiedBy>ROSS ANDREW BULAONG</cp:lastModifiedBy>
  <cp:revision>4</cp:revision>
  <dcterms:created xsi:type="dcterms:W3CDTF">2026-01-28T16:15:53Z</dcterms:created>
  <dcterms:modified xsi:type="dcterms:W3CDTF">2026-01-31T06:14:24Z</dcterms:modified>
</cp:coreProperties>
</file>